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ไม่ต้องอัดคลิป และไม่บังคับจองคิวปรึกษา — หลักฐานคือรายงานผลการทดสอบใน repo · ใครอยากคุยตัวต่อตัวจองคิว Consult เองได้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"บ่ายนี้ให้ AI สรุปผลการทดสอบออกมาเป็นรายงานเก็บไว้ใน repo"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ทุกคนต้องมีรายงานผลทดสอบของระบบตัวเอง · บอกว่าปีนี้ไม่ต้องอัดคลิป ใช้รายงานผลทดสอบแทน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"ไม่ต้องพิมพ์คำสั่งติดตั้งเอง ไม่ต้องแก้ไฟล์ตั้งค่าเอง สั่งเป็นภาษาไทยประโยคเดียว แล้วอ่านที่มันรายงานกลับมา" · บอกว่าขั้นดาวน์โหลดเบราว์เซอร์ก้อนใหญ่ ใช้เวลา 2–5 นาที ปล่อยให้ทำจนหยุด อย่ากดขัด · ย้ำว่าไฟล์ตั้งค่า MCP ถูกอ่านตอนเปิดโปรแกรมเท่านั้น ปิดเปิดใหม่จึงจำเป็น · ทุกคนควรทำขั้นนี้เสร็จตั้งแต่สัปดาห์ที่ 8 แล้ว ตามคู่มือตั้งค่าที่แจกไว้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36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และไม่มีการรีวิวหน้าห้องด้วย เราจะคุยกันว่าคุณจะสรุปงานของตัวเองอย่างไร แล้วเอาสิ่งที่ยังไม่เสร็จไปไว้ที่ไหน" · บอกว่าของจริงคือรายงานผลการทดสอบใน repo · คิว Consult เปิดไว้ให้จองเอง ไม่บังคับ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"ถ้าปิดรอบนี้แล้วไม่มีอะไรเข้า Backlog เลย แปลว่าเรายังไม่ได้มองงานตัวเองจริง" · บอกว่าวันนี้ feedback มาจากเทสต์ที่ยัง fail และจาก Reviewer · ย้ำว่าไม่มีการรีวิวหน้าห้อง และไม่ต้องจองคิวปรึกษาถ้าไม่ติดอะไร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ให้ส่งผลทดสอบเท่าที่มีจริง ไม่ต้องแต่ง — ข้อที่ยังไม่ผ่านให้เขียนไว้ในรายงานตรง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อ่านทบทวน และสั่ง Claude ว่า "แสดงประวัติการปักหมุดของผมทั้งหมดให้ดูหน่อย" · ย้ำว่าไม่ต้องจองคิวปรึกษาถ้าไม่ติดอะไร ผมอ่านจาก repo กับรายงานผลทดสอบเป็นหลัก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 4 คือข้อที่คนอยากตัดทิ้งที่สุด และเป็นข้อที่ผมอ่านก่อนเพื่อน — รายงานที่ไม่มีข้อพลาดเลย ผมจะถามว่าเทสต์ครบจริงไหม" · บอกว่าสั่งให้ AI เขียนไฟล์นี้ให้ แล้วเราเปิดอ่านตรวจว่าครบ 4 ข้อไหม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"ไม่ได้บังคับให้ทุกคนจองนะครับ ใครงานเดินดีแล้วก็ส่ง repo อย่างเดียวจบ" · บอกลิงก์จอง https://raise2-58508.web.app ใครจองก่อนได้ก่อน · เสริมว่า "การตอบว่ายังไม่ทราบแล้วจดไว้ ได้คะแนนมากกว่าการเดา"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"เทสต์ไม่ผ่านไม่หักคะแนนครับ แต่การเขียนรายงานว่าผ่านทั้งที่ไม่ผ่าน หักหนัก เพราะรายงานคือสิ่งที่ผมใช้ตัดสินใจแทนการดูหน้าจอคุณ"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สิ่งที่ผู้สอนคอมเมนต์กลับมา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ระบบและลิงก์ไฟล์ test-results.md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61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ให้ทุกคนพิมพ์ลงแชทเดี๋ยวนี้ว่าเทสต์ความปลอดภัยของระบบตัวเองคือเทสต์อะไร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74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ครึ่งหลังทำรายงานผลทดสอบแล้วยกไปใส่หัวข้อของตัวเอง"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"ใบงานวันนี้มี 3 ส่วน จบราวบ่ายสองครึ่ง แล้วเวลาที่เหลือยกให้คุณเริ่มการบ้านกับหัวข้อตัวเองตอนที่ผมกับ TA ยังอยู่" · ถ้าเวลาไม่พอ ให้ถึง Checkpoint 2 เป็นอย่างน้อย · บอกว่าใบงานแจกไว้แล้วตั้งแต่เช้า และมีคลิปสอนสั้นของผู้สอนประกอบทุก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ช่วงที่ 2 · 40 นาที — สรุปงานของตัวเอง + ปิด Module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📋 ช่วงที่ 2   สรุปงานของตัวเอง + ปิด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สรุปผลเป็นรายงาน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📊 รายงานผลการทดสอบ ที่ AI สรุปจากผลรันจริง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ยังไม่มี Playwright — สั่งติดตั้งด้วยประโยคเดียว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ช่วยติดตั้ง Playwright ในโปรเจกต์นี้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แล้วเชื่อม Playwright MCP เข้ากับ Claude Code ให้ผมด้วย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ทำทีละขั้น เสร็จข้อไหนบอกผมก่อน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ติดตั้งเสร็จให้ ปิด Claude Code แล้วเปิดใหม่ 1 ครั้ง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391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แล้วพิมพ์ /mcp ซ้ำ — ต้องขึ้นว่า เชื่อมต่อแล้ว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ใช้ prompt หน้าที่แล้ว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📋 ช่วงที่ 2 — สรุปงานของตัวเอง + ปิด Module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ปิดงานรอบนี้ = รับความจริงกลับมา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เอาของจริงไปให้คนใช้ดู แล้วฟังสิ่งที่เขาบอก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สิ่งที่ยังไม่เสร็จ ไม่ได้หาย — ย้ายไป Backlog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13:05 – 14:05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14:05 – 14:25  📦 เก็บของส่งมอบ + รายงานผลทดสอบ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14:35 – 16:00  🏠 เริ่มการบ้าน กับหัวข้อของตัวเอง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ของส่งมอบต้องเป็นหัวข้อของตัวเอง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สิ่งที่ส่งคือระบบของคุณ และรายงานของระบบคุณ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ผู้สอนอาจถามเพิ่มหลังอ่าน repo ของคุณ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รายงานผลทดสอบต้องมีอะไร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เทสต์แต่ละตัวทดสอบอะไร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ผ่านหรือไม่ผ่าน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รันเมื่อไร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ข้อที่ไม่ผ่าน ติดตรงไหน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— จองเองได้ ไม่บังคับ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ติดตรงไหน หรืออยากให้ผู้สอนดูงานตัวต่อตัว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อาทิตย์ 20 / พุธ 23 ก.ย. · ช่องละ 30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คำถามที่มัก ถาม: "ส่วนนี้คุณสั่ง AI ว่าอย่างไร"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สิ่งที่ผู้สอนดูตอนตรวจงาน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ถ้าเทสต์ยังไม่ผ่านตอนจะส่ง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ส่งรายงานตามผลจริง ข้อไหนไม่ผ่านเขียนว่าไม่ผ่าน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แล้วจดข้อนั้นลง Backlog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ห้ามแก้รายงานให้สวยกว่าผลจริง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รู้ว่ารายงานผลทดสอบต้องมีครบ 4 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รู้ว่าเทสต์ไม่ผ่านแล้วต้องเขียนรายงานอย่างไร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~20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~37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~20 นาที — เก็บของส่งมอบ + รายงานผลทดสอบ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⏰ เวลาที่เหลือ — 🏠 เริ่มการบ้านที่ 4 กับหัวข้อตัวเอง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