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 · ปิดท้ายด้วยสิ่งที่ต้องมีตอนจบวันนี้ (แทนสไลด์ที่ตัด): ระบบที่สร้างจากสเปคในรอบเดียวด้วย sub-agents · ชุดทดสอบ Playwright ที่รันแล้วผ่าน · รายงานผลการทดสอบที่ AI สรุปจากผลรันจริง · ของส่งมอบให้ Module 3 — บอกว่าสี่ข้อนี้คือเกณฑ์ปิด Module ไม่ใช่ข้อแนะนำ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"สามสัปดาห์ที่ผ่านมาเราสั่ง AI ทีละขั้นมาตลอด ใครเคยคิดบ้างว่าถ้าสั่งทีเดียวจบเลยจะเป็นยังไง" · บอกว่าวันนี้จะได้ลองของจริง และจะได้เห็นทั้งข้อดีและราคาที่ต้องจ่าย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ย้ำว่าสิ่งที่ทำให้วิธีนี้เป็นไปได้คือสเปคที่เขียนไว้แล้ว ไม่ใช่ความเก่งของ AI — "ถ้าสเปคกำกวม สั่งทีเดียวจะได้ของกำกวมกลับมาเร็วขึ้นเท่านั้นเอง" · แทนสไลด์ที่ตัดออก: เปิดด้วยการทวน 20 วินาที — 3 สัปดาห์ที่ผ่านมาเราสั่งทีละขั้น ทีละหน้า ทีละปุ่ม ตรวจทุกครั้งก่อนไปต่อ · ข้อดีคือพังตรงไหนรู้ทันที ข้อเสียคือช้าและเราต้องอยู่ทุกขั้น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เปิดไฟล์ fixit-spec.md ค้างบนจอสัก 15 วินาทีให้เห็นของจริง · ชี้หัวข้อ "สิ่งที่ยังไม่ทำใน Module นี้" แล้วพูดว่า "ข้อนี้แหละที่กัน AI แถมของที่เราไม่ได้ขอ"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ย้ำข้อสุดท้าย เพราะบ่ายนี้ผู้เรียนจะสั่งสร้างเอง · เสริมเรื่อง context: ถ้ายัดงานทั้งระบบไว้ที่ผู้ช่วยตัวเดียว ความจำจะบวมแล้วเริ่มลืม — แยกผู้ช่วยแปลว่าแต่ละตัวจำเฉพาะงานของตัวเอง ทำงานขนานกันได้และหลงน้อยลง (ปัญหาเดียวกับ context บวมสัปดาห์ที่ 6 แต่แก้ด้วยการแบ่งงาน ไม่ใช่ล้างความจำ)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"กล่องแรกคืองานสัปดาห์ที่ 6 กล่องสองคือสัปดาห์ที่ 7 กล่องสามคือสัปดาห์ที่ 8" · ย้ำว่าเราไม่ได้ตั้งชื่อผู้ช่วยเอง เดี๋ยวให้ AI เสนอมาว่าควรแบ่งกี่ตัว เราแค่รู้ว่างานมีสามก้อนนี้ จะได้ตรวจแผนที่มันเสนอเป็น · บอกว่านี่คือการเอา 3 สัปดาห์มาอัดในรอบเดียว และนั่นคือเหตุผลที่ต้องแบ่งงาน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ย้ำประโยคนี้ — "ไม่ใช่ทุกงานต้องใช้โมเดลที่ฉลาดที่สุด งานทำตามแบบใช้ตัวเล็กก็จบ และถูกกว่าหลายเท่า" · บอกว่าเขียนบรรทัด model: ไว้ในไฟล์ตั้งค่าของผู้ช่วยแต่ละตัว · เสริมว่านี่คือทักษะที่ใช้ได้กับทุกงาน AI ไม่ใช่แค่หลักสูตรนี้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prompt สั้นสามบรรทัดเหมือนทุกสัปดาห์ — "ผมไม่ได้สั่งว่าสามตัว ผมถามว่าควรกี่ตัว เพราะมันอ่านสเปคแล้ว มันรู้ว่างานมีกี่ก้อน" · บอกว่าจังหวะถัดไปคือจังหวะที่ 3 ที่เราตรวจ ซึ่งเป็นงานของเราเสมอ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นี่คือจังหวะที่ 3 ของวงจร 4 จังหวะ ห้ามข้าม · ถ้ามันเสนอให้ทุกตัวใช้โมเดลเดียวกัน ให้สั่งกลับสั้น ๆ ว่า "งานสร้างหน้าจอใช้โมเดลเล็กพอ" · ครบแล้วค่อยสั่ง "แผนโอเคแล้ว สร้างผู้ช่วยให้เลย" แล้วต่อด้วย **"ให้ผู้ช่วยทุกตัวสร้างระบบตามสเปคให้ครบ เสร็จแต่ละส่วนรายงานผมทีละตัว"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ก้อน A (ขั้นที่ 1–3) · จบแล้วกลับเข้าสไลด์ถัดไป · ระหว่างรอให้เล่าว่ากำลังเกิดอะไรขึ้น อย่าปล่อยจอเงียบ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นี่คือหัวใจของช่วงนี้ ห้ามข้าม — "สั่งทีเดียวไม่ได้แปลว่าเราหายไป มันแปลว่างานของเราย้ายมาอยู่ตอนจบ" · บอกว่าของแถมที่ AI ใส่มาเองคือสิ่งที่ต้องเอาออก เพราะไม่มีใครดูแลมันต่อ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ชี้กล่องเข้มแล้วพูดว่า "ตอนกำลังเรียนรู้ ให้ใช้ทีละขั้นเสมอ เพราะคุณต้องเข้าใจสิ่งที่เกิดขึ้น" · ปิดด้วยคำถามประจำหลักสูตร — "หัวข้อของคุณ สเปคชัดพอจะสั่งทีเดียวหรือยัง" · เกริ่นก่อนขึ้นรูปนี้ — ราคาที่ต้องจ่าย: สั่งทีเดียวพังทีเดียวทั้งก้อน หาจุดพังยากกว่า · สเปคไม่ชัดจะได้ของไม่ตรงเร็วขึ้นเท่านั้น · และเปลืองโทเคนกว่าถ้าเลือกโมเดลไม่เป็น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ให้พิมพ์ในแชทว่างานในระบบตัวเองข้อไหนที่ใช้ haiku ก็พอ 30 วินาที · อ่านออกเสียง 2–3 คำตอบ แล้วเข้าพัก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"ครึ่งหลังคือหุ่นยนต์เปิดเบราว์เซอร์กดปุ่มเองสด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"แบบนี้มีประโยชน์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เปิดช่วงด้วยคำถาม: "หลังแก้โค้ดครั้งล่าสุด ใครไล่กดครบทุกหน้าบ้างครับ" มักไม่มีใครยกมือ — นั่นคือเหตุผลของการทดสอบอัตโนมัติ — ไม่ใช่เพราะอยากได้ใบรับรอง แต่เพราะไม่มีเวลากดเองทุกรอบ · เสริมว่าอ่านโค้ดแล้วดูดีไม่ได้แปลว่ากดแล้วไม่พัง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 · เสริมเรื่อง MCP ก่อน: ปกติ AI พิมพ์ข้อความและแก้ไฟล์ได้เท่านั้น · MCP คือช่องทางให้มันหยิบเครื่องมือภายนอกมาใช้ เปรียบเหมือนต่อมือให้ AI · เส้นทางคือ เราสั่งภาษาไทย → Claude → ผ่าน MCP → Playwright → เบราว์เซอร์จริง แล้วส่งผลผ่าน/ไม่ผ่านกลับมา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 · เสริม: ย้ำประโยคประจำคาบ "คำสั่งของ Claude Code เปลี่ยนได้ตามเวอร์ชัน พิมพ์แล้วไม่ได้ผลให้พิมพ์ /help" · ถ้าเชื่อมไม่ติด: ไม่มี server เลย = ยังไม่ได้ติดตั้ง ใช้ prompt หน้าถัดไป · ขึ้นว่าเชื่อมต่อไม่สำเร็จ = เลือก server แล้วสั่งเชื่อมใหม่ · ยังไม่ได้ให้ปิด Claude Code เปิดใหม่ 1 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 · เกริ่นก่อนวาง prompt: Tester คือผู้ช่วยอีกตัวที่มีหน้าที่เฉพาะ เหมือนสามตัวเมื่อเช้า — เราตั้งชื่อ ตั้งหน้าที่ ตั้งโมเดล และสั่ง Claude สร้างไฟล์ให้ ไม่พิมพ์เอง · ลำดับ 3 จังหวะ: สั่งสร้าง → เปิดไฟล์อ่าน → สั่งให้เริ่มทำงาน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 · เกริ่นก่อน: ตัวนี้จับกรณีผู้ใช้กรอกไม่ครบแล้วกดบันทึก — ระบบต้องเตือนและไม่บันทึกขยะเข้าฐาน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 · เกริ่นก่อน ห้ามข้าม: สองตัวนี้คือเทสต์ที่ "เข้าไม่ได้ = ผ่าน" ต้องเขียนกำกับให้ชัด ไม่งั้นรายงานจะถูกอ่านกลับด้าน · ทวนสองรอบเพราะห้องมักสับสน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 · เกริ่นก่อน: ตัวนี้พิสูจน์ว่าเรียก AI ไม่สำเร็จแล้วระบบต้องขึ้นข้อความและกดบันทึกต่อได้ ไม่ค้างหมุนตลอด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 · เกริ่นก่อน: เทสต์ fail ไม่ใช่เรื่องน่ากลัว มันคือสิ่งที่เทสต์มีไว้ทำ — คำถามเดียวคือ โค้ดผิด หรือ เทสต์เขียนผิด · ถ้าผ่านบ้างไม่ผ่านบ้างแบบสุ่ม มักเป็นเรื่องจังหวะเวลา สั่งว่า "ให้รอจนหน้าจอโหลดเสร็จก่อนค่อยตรวจ"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เปิดช่วงสั้น ๆ — "ยี่สิบนาทีสุดท้ายนี้เราไล่ว่าของที่ต้องส่งครบหรือยัง ไม่ใช่การสรุปสวย ๆ"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อ่านทั้งสี่ข้อช้า ๆ แล้วพูดว่า "สี่ข้อนี้คือสิ่งที่ Module 3 จะหยิบไปใช้ต่อวันแรก ขาดข้อไหนคือเริ่มช้าไปหนึ่งสัปดาห์" · ย้ำว่าส่งเป็น URL repo ลิงก์เดียว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และเป็นข้อที่ผมอ่านก่อนเพื่อน" · บอกว่าสั่งให้ AI เขียนไฟล์ test-results.md ให้ แล้วเราเปิดอ่านตรวจว่าครบ 4 ข้อไหม · เสริมกรณีเทสต์ยังไม่ผ่านตอนจะส่ง: ส่งรายงานตามผลจริง ข้อไหนไม่ผ่านเขียนว่าไม่ผ่าน แล้วจดลง BACKLOG.md — ห้ามแก้รายงานให้สวยกว่าผลจริง เพราะรายงานคือสิ่งที่ผู้สอนใช้ตัดสินใจแทนการดูหน้าจอคุณ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บอกให้เก็บเป็นไฟล์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"วันนี้เราสั่งทีเดียวจบก็จริง แต่คุณต้องตอบได้ว่าผู้ช่วยแต่ละตัวทำอะไร และคุณตรวจอะไรไปบ้าง" · แนะให้เปิด CLAUDE.md กับไฟล์ตั้งค่า sub-agent อ่านทบทวน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"ใบงานวันนี้มี 3 ส่วน จบราวบ่ายสองครึ่ง แล้วเวลาที่เหลือยกให้คุณเริ่มการบ้านกับหัวข้อตัวเองตอนที่ผมกับ TA ยังอยู่" · ถ้าเวลาไม่พอ ให้ถึง Checkpoint 2 เป็นอย่างน้อย · บอกว่าใบงานแจกไว้แล้วตั้งแต่เช้า และมีคลิปสอนสั้นของผู้สอนประกอบทุก Checkpoint · ปิดท้ายแทนสไลด์ที่ตัด: ทวนปากเปล่าว่าเส้นทางเทสต์ของ FixIt คือ แจ้งซ่อม → มอบหมายช่าง → อัปเดตสถานะ → ปิดงาน · ของ LeaveEasy คือ ยื่นใบลา → หัวหน้าอนุมัติ → บันทึกผล — โครงเดียวกัน เปลี่ยนชื่อเรื่อง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สั่งทีเดียวจบด้วย sub-agents แล้วทดสอบด้วย Playwright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2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ช่วงที่ 1 · 80 นาที — สั่งทีเดียวจบจากสเปค ด้วย sub-agents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2 · 60 นาที — ทดสอบด้วย Playwright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10:30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10:30   🚀 ช่วงที่ 1   สั่งทีเดียวจบจากสเปค ด้วย sub-agents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10:30 – 10:40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11:40   🧪 ช่วงที่ 2   ทดสอบด้วย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11:40 – 12:00   ปิดคาบ + ของส่งมอบ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ระบบมีผู้ช่วย AI 2 ระดับ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🚀 ช่วงที่ 1 — สั่งทีเดียวจบจากสเปค · 80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วันนี้ลองอีกแบบ — สั่งทีเดียวจากสเปค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อ่าน สเปค แล้วสร้างระบบทั้งชุดในรอบเดียว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เราไม่ได้หายไป — เราตรวจตอนจบ เทียบกับสเปค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ใช้ได้เพราะ สเปคของเราชัดตั้งแต่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สเปคคือใบสั่งงาน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หน้าจอกี่หน้า ชื่ออะไร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 ชื่อโฟลเดอร์ ชื่อช่อง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บทบาทผู้ใช้ และสิ่งที่แต่ละบทบาททำได้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สิ่งที่ห้ามทำ — สำคัญที่สุดเวลาสั่งทีเดียว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Sub-agent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ตั้งขอบเขต และตั้งโมเดลให้มัน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งานสัปดาห์ที่ 6–8 แบ่งได้เป็น 3 ก้อน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หน้าจอทุกหน้า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 + ล็อกอิน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ปุ่มผู้ช่วย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💰 เลือกโมเดลให้เหมาะกับงาน = ประหยัดโทเคน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งานของผู้ช่วย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โมเดลที่พอ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สร้างหน้าจอตามสเปคที่ชัดแล้ว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haiku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ต่อฐานข้อมูล · CRUD · ล็อกอิน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ปุ่มผู้ช่วย AI + ตรวจคำตอบ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สั่งสั้น ๆ แล้วให้มันเสนอมา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 fixit-spec.md แล้วเสนอว่าควรแบ่งงานให้ผู้ช่วยกี่ตัว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แต่ละตัวทำอะไร และควรใช้โมเดลไหนเพื่อไม่ให้เปลืองโทเคน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ขอดูแผนก่อน อย่าเพิ่งสร้าง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เราไม่ต้องบอกว่ากี่ตัว ไม่ต้องบอกชื่อโมเดล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หน้าที่ของเราคืออ่านแผนที่มันเสนอ แล้วบอกว่าอะไรไม่ใช่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อ่านแผนที่มันเสนอ แล้วตรวจ 3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งานครบทั้ง หน้าจอ · ข้อมูล+ล็อกอิน · ปุ่ม AI 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งานทำตามแบบใช้โมเดลเล็กหรือยัง ถ้าให้ตัวใหญ่หมด สั่งแก้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มีบรรทัด ห้ามทำงานนอกสเปค 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สั่งทีเดียวจบจากสเปค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ถามว่าควรมีผู้ช่วยกี่ตัว แล้วอ่านแผนที่มันเสนอ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สั่งทีเดียว แล้วดูผู้ช่วยเดินงานทีละส่วน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โมเดลที่มันเลือกให้แต่ละตัว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จังหวะตรวจ — เทียบผลกับสเปคทีละข้อ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เปิดสเปคไว้ข้างจอ แล้วไล่ทีละหัวข้อ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หน้าจอครบไหม · ชื่อช่องตรงไหม · สถานะครบไหม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สั่งแก้เฉพาะข้อนั้น ไม่ต้องสั่งใหม่ทั้งชุด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ได้ของแถมที่ไม่ได้ขอ → สั่งเอาออก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ทีละขั้น vs ทีเดียว — ใช้เมื่อไร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🐢 ทีละขั้น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ของใหม่ที่ยังไม่ชัด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แก้ของที่มีอยู่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ตอนกำลังเรียนรู้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🚀 ทีเดียว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สเปคชัดแล้ว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งานซ้ำแบบเดิม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ทำใหม่จากศูนย์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sub-agent เป็น และรู้ว่าตั้งโมเดลตรงไหน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บอกได้ว่างานแบบไหนใช้โมเดลเล็กก็พอ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เห็นแล้วว่าสั่งทีเดียวได้ผลอย่างไร และพังอย่างไร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รู้ว่าจังหวะตรวจย้ายไปอยู่ตอนจบ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10:40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กดใช้ระบบแทนเรา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2 — ทดสอบด้วย Playwright · 60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👀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👀 อ่านโค้ดเอง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เห็นแต่ตัวอักษร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ปิดคาบ — ของส่งมอบให้ Module 3 ·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4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 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repo บน GitHub + CLAUDE.md + commit ในชื่อคุณ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 + test-results.md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BACKLOG.md — สิ่งที่ยังไม่เสร็จ ส่งต่อ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📋 Backlog Sprint 2 — เขียน 3 บรรทัดก็พอ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อะไรเสร็จแล้ว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 แม้ระบบจะทำงานครบ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~45 นาที — 🚀 สั่งทีเดียวสร้าง LeaveEasy จากสเปค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🧪 เทสต์ด้วย Playwright + รายงานผล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เวลาที่เหลือ — 🏠 เริ่มการบ้านที่ 4 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