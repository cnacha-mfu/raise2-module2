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"ทุกสัปดาห์ที่ผ่านมา คนตรวจว่าระบบยังใช้ได้คือเราเอง และเราตรวจได้เท่าที่เรามีเวลา" · โยงเข้าวันนี้ — "วันนี้เราจะให้ AI อีกตัวเปิดเบราว์เซอร์กดใช้ระบบเราแทน"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"แบบนี้มีประโยชน์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และไม่มีการรีวิวหน้าห้องด้วย เราจะคุยกันว่าคุณจะสรุปงานของตัวเองอย่างไร แล้วเอาสิ่งที่ยังไม่เสร็จไปไว้ที่ไหน" · บอกว่าของจริงคือรายงานผลการทดสอบใน repo · คิว Consult เปิดไว้ให้จองเอง ไม่บังคับ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"ถ้าปิดรอบนี้แล้วไม่มีอะไรเข้า Backlog เลย แปลว่าเรายังไม่ได้มองงานตัวเองจริง" · บอกว่าวันนี้ feedback มาจากเทสต์ที่ยัง fail และจาก Reviewer · ย้ำว่าไม่มีการรีวิวหน้าห้อง และไม่ต้องจองคิวปรึกษาถ้าไม่ติดอะไร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· ย้ำว่าไม่ต้องจองคิวปรึกษาถ้าไม่ติดอะไร ผมอ่านจาก repo กับรายงานผลทดสอบเป็นหลัก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"ไม่ได้บังคับให้ทุกคนจองนะครับ ใครงานเดินดีแล้วก็ส่ง repo อย่างเดียวจบ" · บอกลิงก์จอง https://raise2-58508.web.app ใครจองก่อนได้ก่อน · เสริมว่า "การตอบว่ายังไม่ทราบแล้วจดไว้ ได้คะแนนมากกว่าการเดา"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สิ่งที่ผู้สอนคอมเมนต์กลับมา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61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74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"ใบงานวันนี้มี 3 ส่วน จบราวบ่ายสองครึ่ง แล้วเวลาที่เหลือยกให้คุณเริ่มการบ้านกับหัวข้อตัวเองตอนที่ผมกับ TA ยังอยู่" · ถ้าเวลาไม่พอ ให้ถึง Checkpoint 2 เป็นอย่างน้อย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ช่วงที่ 2 · 40 นาที — สรุปงานของตัวเอง + ปิด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📋 ช่วงที่ 2   สรุปงานของตัวเอง + ปิด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ระบบมีผู้ช่วย AI 2 ระดับ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อ่านโค้ดอย่างเดียวไม่พอ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ที่ผ่านมาเราตรวจงานด้วยการอ่านโค้ดกับกดเองทีละหน้า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อ่านแล้วดูดี ไม่ได้แปลว่ากดแล้วไม่พัง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และกดเองทุกรอบที่แก้โค้ด เราไม่มีเวลา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สัปดาห์นี้เราตั้งผู้ช่วยอีกตัว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👀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👀 อ่านโค้ดเอง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เห็นแต่ตัวอักษร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📋 ช่วงที่ 2 — สรุปงานของตัวเอง + ปิด Module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ปิดงานรอบนี้ = รับความจริงกลับมา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เอาของจริงไปให้คนใช้ดู แล้วฟังสิ่งที่เขาบอก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สิ่งที่ยังไม่เสร็จ ไม่ได้หาย — ย้ายไป Backlog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13:05 – 14:05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14:05 – 14:25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14:35 – 16:00  🏠 เริ่มการบ้าน กับหัวข้อของตัวเอง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— จองเองได้ ไม่บังคับ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ติดตรงไหน หรืออยากให้ผู้สอนดูงานตัวต่อตัว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อาทิตย์ 20 / พุธ 23 ก.ย. · ช่องละ 30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คำถามที่มัก ถาม: "ส่วนนี้คุณสั่ง AI ว่าอย่างไร"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สิ่งที่ผู้สอนดูตอนตรวจงาน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เวลาที่เหลือ — 🏠 เริ่มการบ้านที่ 4 กับหัวข้อตัวเอง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