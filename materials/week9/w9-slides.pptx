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วันนี้คือวันที่เราพิสูจน์ว่าระบบของกลุ่มทำงานได้จริง แล้วเอาไปนำเสนอ"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แล้วซ้อมนำเสนอ แล้วเก็บของส่งมอบให้ครบ" · บอกว่าบ่ายนี้มี Sprint 1 Review จริง ทุกกลุ่มได้ขึ้น ไม่มีกลุ่มไหนนั่งดูอย่างเดียว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หยุดค้างที่กล่องเข้มกล่องแรกแล้วพูดว่า "กล่องนี้คือของใหม่ของวันนี้ — เราจะให้ AI อีกตัวเปิดเบราว์เซอร์เข้าไปกดใช้ระบบของเราจริง ๆ" · ไล่นิ้วไปกล่องที่สอง "บ่ายนี้ทุกกลุ่มขึ้นนำเสนอ และทุกคนในกลุ่มต้องพูด" · จบที่กล่องขวาสุด "ปลายทางคือของส่งมอบ 5 รายการให้ Module 3" · บอกให้ถ่ายรูปสไลด์นี้ไว้เป็นแผนที่ทั้งวัน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เพราะใช้มาทุกสัปดาห์แล้ว · ชี้กล่องที่ 1 "สั่งสั้น 1–3 บรรทัด" · ชี้กล่องที่ 2 "ให้ AI ร่างแผนมาก่อน" · หยุดค้างที่กล่องเข้มกล่องที่ 3 "จังหวะนี้เป็นของเรา และเป็นจังหวะที่คนข้ามบ่อยที่สุด" · ชี้กล่องที่ 4 "แผนโอเคแล้วค่อยลงมือทีละข้อ" · ปิดด้วยประโยคโยงเข้าวันนี้ — "วันนี้เราแตะระบบที่ใช้งานได้อยู่แล้ว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วันนี้ทุกกลุ่มมีเว็บที่มี URL จริงแล้ว" · ให้แต่ละกลุ่มพิมพ์ URL ของกลุ่มตัวเองลงแชท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"สี่ข้อนี้คือเกณฑ์ปิด Module ไม่ใช่ข้อแนะนำ" · ชี้ข้อ 2 แล้วย้ำว่าเป็นเกณฑ์ประเมินรายบุคคล ไม่ใช่รายกลุ่ม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"ช่วงนี้ผมให้เวลาบรรทัดเดียวบนสไลด์เท่านั้น เพราะคาบวันนี้ไม่ใช่คาบเติมฟีเจอร์แล้ว" · MVP แปลว่า ชุดฟีเจอร์ขั้นต่ำที่ทำให้ระบบใช้งานได้จริง · ย้ำว่าให้กลุ่มนัดกันเก็บงานค้างระหว่างสัปดาห์ และส่งผ่าน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"เราไม่ได้ทดสอบเพราะอยากได้ใบรับรอง เราทดสอบเพราะไม่มีเวลากดเองทุกรอบ" · บอกว่าชุดทดสอบนี้เป็น 1 ใน 5 ของส่งมอบให้ 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Reviewer สั้น ๆ 1 นาที ห้ามสอนซ้ำ เพราะทำไปแล้วสัปดาห์ที่ 8 · พูดว่า "Reviewer อ่านแบบแปลนบ้าน Tester เดินเข้าไปในบ้านแล้วลองเปิดประตูทุกบาน" · ย้ำว่าสองตัวนี้เจอปัญหาคนละแบบ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"อันนี้คือของสัปดาห์ที่แล้ว 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 · ย้ำว่านี่ไม่ใช่การบอกว่า Reviewer ผิด สองอย่างนี้ใช้คู่กัน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อ้างกลับสัปดาห์ที่ 8 ว่าเราทำแบบนี้มาแล้วครั้งหนึ่งตอนตั้ง Reviewer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"นี่คือเหตุผลที่มันได้ผลจริง ไม่ใช่การตั้งชื่อใหม่ให้ดูดี" · เชื่อมกลับสัปดาห์ที่ 6 เรื่อง context บวมและ /clear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"เหมือนเมื่อก่อน AI พูดได้อย่างเดียว ตอนนี้มันหยิบของได้แล้ว" · ไม่ต้องลงรายละเอียดว่ามันทำงานเบื้องหลังอย่างไร ห้องนี้ไม่ต้องรู้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ไล่นิ้วตามลูกศรจากบนลงล่างขณะพูด · ย้ำว่าเราสั่งเป็นภาษาไทย ไม่ต้องเขียนโค้ดเทสต์เอง · บอกว่าลูกศรขาลงคือของที่หุ่นยนต์ทำ ลูกศรขากลับคือรายงานที่เราอ่าน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"ก่อนจะไปสั่งอะไรกับหุ่นยนต์ ผมถามเครื่องตัวเองก่อนครับว่าเชื่อมติดหรือยัง คำสั่งเดียวจบ ไม่ต้องเดา" · สลับไปหน้าจอจริง เดินตาม w9-demo-fixit.md ช่วงที่ 1A (ขั้นที่ 1–3)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อ่านออกเสียงเต็มประโยคว่า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แล้วบอกว่า "ห้องนี้ประมาณ 40 คน ติดตั้งกันคนละวัน เวอร์ชันจึงไม่เท่ากัน ถ้าของใครหน้าตาไม่เหมือนของผม ถือว่าปกติ"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"ขั้นนี้คนติดกันเยอะ ถือว่าปกติครับ" · ย้ำว่าไฟล์ตั้งค่า MCP ถูกอ่านตอนเปิดโปรแกรมเท่านั้น ปิดเปิดใหม่จึงช่วยได้บ่อย · บอกว่าถ้าเกิน 15 นาทีให้เข้าคิวถามทันที อย่านั่งไล่แก้ทั้งกลุ่ม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Acceptance Criteria คือ "เงื่อนไขว่าฟีเจอร์นี้ถือว่าเสร็จเมื่อไร" ที่เขียนไว้ตั้งแต่ Module 1 · ชี้ข้อสุดท้ายแล้วบอกว่าเดี๋ยวจะพูดถึงอีกครั้ง เพราะเป็นหัวใจของช่วงนี้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"จังหวะแรก เราพิมพ์บอกว่าอยากได้ผู้ช่วยชื่ออะไร ทำหน้าที่อะไร ทดสอบอะไรบ้าง" · หยุดค้างที่กล่องเข้มตรงกลาง พูดช้า ๆ ว่า "จังหวะนี้เป็นของเรา — เปิดไฟล์ที่มันสร้างขึ้นมาอ่านด้วยตาตัวเอง ถ้าไม่อ่าน เราจะไม่รู้เลยว่าคนทดสอบของเราทดสอบอะไรอยู่" · ชี้กล่องขวา "แล้วค่อยสั่งให้เริ่มทดสอบจริง" · ปิดด้วย "นี่คือวงจรเดิม รอบนี้สิ่งที่เราตรวจเปลี่ยนจากแผน มาเป็นไฟล์"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เราจะตอบไม่ได้ตอนนำเสนอว่าใครเป็นคนทดสอบระบบเรา"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แรกที่กลุ่มต้องผ่านในบ่ายนี้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"ใครยังไม่ชัดว่า Reviewer กับ Tester ต่างกันยังไง พิมพ์เลข 1 ในแชท" · ตอบก่อนพัก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เตือนให้กลุ่มเปิด URL ของกลุ่มตัวเองค้างไว้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"คนส่วนใหญ่ทดสอบแต่กลุ่มแรก ซึ่งเป็นกลุ่มที่พังน้อยที่สุด" · บอกว่าบ่ายนี้ต้องมีอย่างน้อยกลุ่ม 1 · 2 · 3 และถ้าระบบกลุ่มมีปุ่ม AI ให้มีกลุ่ม 4 ด้วย · กลุ่ม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"เส้นทางหลักของ FixIt คือชีวิตจริงของผู้ใช้ทุกวัน ถ้าเส้นนี้พัง ระบบใช้ไม่ได้เลย" · สลับไปหน้าจอจริง เดินตาม w9-demo-fixit.md ช่วงที่ 1B (ขั้นที่ 4–8)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"ผู้ใช้จริงกรอกไม่ครบทุกวัน นี่ไม่ใช่กรณีพิเศษ" · ย้ำว่าเทสต์ต้องตรวจ ข้อความที่ขึ้น ด้วย ไม่ใช่ตรวจว่าไม่มีข้อมูลเพิ่มอย่างเดียว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บอกว่ารูปแบบนี้กลุ่มเอาไปใช้กับฟอร์มของตัวเองได้ทันที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"เทสต์ตัวนี้กลับหัวกับตัวอื่น — เราต้องการให้ระบบบอกว่าไม่ให้เข้า" · ห้องมักงงตรงนี้ ให้ทวนสองรอบ · ย้ำว่าข้อนี้ตรงกับเกณฑ์ผ่าน Module ข้อที่ว่าข้อมูลต้องไม่รั่ว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บอกว่ารูปแบบนี้คือรูปแบบเดียวกับที่กลุ่มจะใช้ตอนบ่าย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อ้างกลับสัปดาห์ที่ 8 — "ตอนนั้นเราตั้งกติกา 3 อย่างของผู้ช่วย AI ไว้ หนึ่งในนั้นคือเรียกไม่สำเร็จแล้วระบบห้ามค้าง วันนี้เราให้เทสต์เป็นคนพิสูจน์ข้อนั้นแทนเรา" · บอกวิธีทำให้เรียกไม่สำเร็จแบบปลอดภัย: ใส่คีย์ผิดชั่วคราวในหน้าเว็บ แล้วค่อยใส่คีย์จริงกลับหลังเทสต์เสร็จ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ย้ำว่าถ้าระบบของกลุ่มไม่มีปุ่ม AI ให้ข้ามเทสต์ตัวนี้ได้ แต่ต้องมีเทสต์ครบ 5 ตัวจากกลุ่มอื่นแทน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"นาทีนี้คือนาทีที่คนส่วนใหญ่ตัดสินใจผิด — รีบแก้โค้ดให้เทสต์เขียว แล้วระบบพังเงียบ ๆ" · บอกว่าเดี๋ยวจะให้ดูของจริงตอนสาธิต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"ตรงนี้ยังไม่ต้องแก้อะไรทั้งนั้น" · หยุดค้างที่กล่องเข้มกล่องที่สอง พูดว่า "ทุกอย่างขึ้นอยู่กับกล่องนี้ เปิดเว็บกดเองด้วยมือ 30 วินาที" · แล้วชี้สองกล่องขวาทีละกล่อง "พังเหมือนกัน แปลว่าโค้ดผิด ไปแก้โค้ด · กดเองใช้ได้ปกติ แปลว่าเทสต์เขียนผิด ไปแก้เทสต์" · ย้ำว่าห้ามข้ามกล่องที่สองไปเดาเอง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บอกว่าในกลุ่มให้คนที่ไม่ได้พิมพ์เป็นคนกดทดสอบด้วยมือ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"ถ้าเจออาการนี้ ถือว่าปกติมาก ทุกคนที่ทำเทสต์เจอ" · ย้ำว่าอย่าไปนั่งรันซ้ำหวังว่ามันจะหาย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ให้แต่ละกลุ่มพิมพ์ 🟢🟡🔴 ลงแชท · จดชื่อกลุ่มที่พิมพ์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ลดความกดดันก่อนเข้าเนื้อหา — "บ่ายนี้ทุกกลุ่มจะได้นำเสนอ 5 นาที ไม่ใช่การสอบ และไม่ใช่การประกวดว่าระบบใครสวยกว่า สิ่งที่เราอยากฟังคือ กลุ่มคุณเจอปัญหาอะไรและแก้ยังไง" · บอกล่วงหน้าว่าจะแยกเป็น 3 ห้องขนานกัน จะได้ไม่ตกใจตอนถูกย้ายห้อง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"ถ้านำเสนอจบแล้วไม่มีใครถามอะไรเลย แปลว่าเรายังไม่ได้อะไรกลับมา" · บอกว่าเราจะบังคับให้ผู้ฟังเขียน feedback 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"ทุกกลุ่มได้นำเสนอ ไม่มีกลุ่มไหนนั่งดูอย่างเดียว" · บอกว่าลำดับผู้นำเสนอและเลขห้องส่งให้แล้วในใบงาน ให้เปิดดูตอนพักเที่ยง · ย้ำว่าเวลาแน่นมาก เข้าห้องช้าคือเสียคิวของกลุ่มตัวเอง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ย้ำให้ชัดเพราะทุกรุ่นมีคนเข้าใจผิด · บอกว่าถ้าโครงงานของกลุ่มยังไม่เสร็จ ให้นำเสนอเท่าที่มีจริง ไม่ต้องแต่ง — สิ่งที่ยังไม่เสร็จให้พูดออกมาตรง ๆ แล้วบอกว่าอยู่ใน Backlog Sprint 2 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"ข้อนี้ผมพูดล่วงหน้าตั้งแต่เช้า เพราะมันแก้ตอนบ่ายไม่ทัน" · บอกให้แบ่งท่อนกันตั้งแต่ตอนพักเที่ยง และให้คนที่พิมพ์น้อยที่สุดในกลุ่มเป็นคนสาธิตสด · เชื่อมกับกติกา commit ในชื่อตัวเอง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"ช่องที่ 3 คือหัวใจ อีกสี่ช่องคือกรอบให้ช่องที่ 3 เข้าใจได้" · เตือนว่าห้ามใช้เวลาไปกับสไลด์แนะนำตัวสมาชิก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"จับเวลาเข้ม มีนาฬิกาขึ้นหน้าจอ หมดเวลาแล้วหยุดจริง" · ชี้บรรทัดที่สองแล้วบอกว่า "คนที่พิมพ์น้อยที่สุดในกลุ่มเป็นคนสาธิต เพราะสาธิตได้แปลว่าเข้าใจจริง" · ให้ซ้อมกับกลุ่มตอนบ่ายอย่างน้อย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"การตอบว่ายังไม่ทราบแล้วจดไว้ ได้คะแนนมากกว่าการเดา" · บอกว่าผู้สอนและ TA จะเป็นคนถามอย่างน้อยกลุ่มละ 1 คำถาม และจะถามเจาะไปที่คนที่ยังไม่ได้พูด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"ประกาศเกณฑ์นี้ก่อนเริ่มโหวตทุกห้อง" · บอกว่ากลุ่มที่พังเยอะแล้วเล่าได้ว่าแก้อย่างไร มักได้รับเลือก · ให้คนคุมห้องเป็นคนสรุปผลโหวต ไม่ปล่อยให้เถียงกันในแชท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"การสาธิตพังไม่หักคะแนน แต่การไม่เตรียมสำรองหักคะแนน" · ให้ทุกกลุ่มอัดวิดีโอสำรองตอนบ่ายก่อนเข้าห้องนำเสนอ · บอกว่าคนที่แชร์จอควรเป็นคนเดียวกันทั้ง 5 นาที เพื่อไม่ให้เสียเวลาสลับจอ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"คนฟังจำได้ว่ากลุ่มคุณรับมือยังไง มากกว่าจำว่ามันพัง" · นี่คือประโยคที่ควรพูดจริง ๆ ในห้อง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"feedback ที่ไม่ได้จดภายในหนึ่งนาที จะหายไปเสมอ" · ให้กลุ่มมอบหมายคนหนึ่งเปิดไฟล์ Backlog ค้างไว้ตลอดตอนที่กลุ่มตัวเองนำเสนอ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"ผู้ฟังทุกคนกรอกอย่างน้อย 1 ช่องต่อกลุ่มที่นำเสนอ 1 กลุ่ม กรอกได้ภายใน 30 วินาที" · บอกว่าลิงก์ฟอร์มอยู่ในใบงาน และคนคุมห้องจะส่งซ้ำในแชทของห้องย่อย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"feedback ที่ไม่ได้จดภายในหนึ่งนาทีจะหายไปเสมอครับ ผมจะทำให้ดูว่าจดยังไงให้เอาไปทำต่อได้จริง" · สลับไปหน้าจอจริง เดินตาม w9-demo-fixit.md ช่วงที่ 2 (ขั้นที่ 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ชี้ฝั่งซ้ายแล้วพูดว่า "ฝั่งซ้ายคือคำพูดของผู้ใช้ ฝั่งขวาคืองานที่ทำได้จริง — การแปลงนี้คือทักษะของช่วงนี้" · ชี้บรรทัดกลางแล้วบอกว่า "อันนี้เป็นเรื่องของ Module 3 เราจดไว้ ไม่ได้ทำวันนี้" · ชี้บรรทัดสุดท้าย — "ข้อนี้ไม่ได้มาจาก feedback แต่มาจากการบ้านที่เราค้างไว้เองตั้งแต่สัปดาห์ที่ 8 ตอนเปิดดูคีย์ตัวเองในเว็บ — Backlog รับได้ทั้งสองแบบ"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ให้ทุกกลุ่มพิมพ์ชื่อคนที่จะพูดช่องที่ 3 (สาธิตสด) ลงแชทเดี๋ยวนี้ 30 วินาที · อ่านออกเสียง 3–4 ชื่อให้ห้องฟัง เพื่อให้รู้ว่าเอาจริง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— "สี่สิบห้านาทีสุดท้ายนี้ไม่ใช่การสรุปสวย ๆ นะครับ เราจะไล่ทีละรายการว่าของที่ต้องส่งครบหรือยัง" · ให้ทุกกลุ่มเปิดโฟลเดอร์โครงงานของตัวเองค้างไว้ข้างจอ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อ่านทั้งห้าข้อช้า ๆ แล้วพูดว่า "ห้าข้อนี้คือสิ่งที่ Module 3 จะหยิบไปใช้ต่อวันแรก ขาดข้อไหนคือเริ่มช้าไปหนึ่งสัปดาห์" · บอกว่าเราจะไล่ทีละข้อในสไลด์ถัดไป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"URL ที่เปิดได้เฉพาะบนเครื่องตัวเอง ยังไม่นับว่าออนไลน์" · ให้จับคู่กลุ่มสลับกันเปิด URL ของอีกกลุ่มเดี๋ยวนี้ 1 นาที แล้วรายงานในแชท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"ข้อนี้เป็นเกณฑ์รายบุคคล ไม่ใช่รายกลุ่ม" · ให้ทุกกลุ่มเปิดหน้าประวัติ commit ของ repo ตัวเองเดี๋ยวนี้ แล้วนับว่าเห็นชื่อครบทุกคนไหม · ใครยังไม่มี ให้แก้ตั้งแต่บ่ายนี้ อย่ารอถึงศุกร์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"ผมรู้ว่าบางกลุ่มมีคนหนึ่งที่พิมพ์เร็วกว่าคนอื่นมาก และมันเลยกลายเป็นแบบนี้ ไม่ใช่ความผิดใคร แต่ต้องแก้วันนี้" · บอกว่า TA จะเดินตรวจหน้าประวัติ commit ของทุกกลุ่มในช่วง 15:35 ตามที่นัดไว้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ย้ำประโยคสุดท้ายเป็นครั้งที่สองของวัน · พูดว่า "เทสต์ที่ fail และเราจดไว้ มีค่ามากกว่าเทสต์ที่เราลบทิ้งเพื่อให้รายงานสวย"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"ถ้าเขียนว่า ปรับ UI ให้ดีขึ้น Module 3 หยิบไปทำต่อไม่ได้ ต้องเขียนว่า ทำให้ปุ่มบันทึกอยู่ในจอบนมือถือ" · ให้กลุ่มเขียนอย่างน้อย 5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"ผมรู้ว่าหลายกลุ่มอยากทำหน้าสรุปหรือกราฟตั้งแต่วันนี้ ขอให้เก็บไว้ก่อน เพราะ Module 3 สอนเรื่องนี้ทั้ง Module และจะทำได้ดีกว่ามาก" · ย้ำว่าจดลง Backlog ถือว่าไม่เสียของ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"เขียนสามหัวข้อนี้ ครึ่งหน้ากระดาษพอ" · ย้ำว่า "ข้อ 5 ไม่ใช่การสารภาพผิด — กลุ่มที่รู้ว่าตัวเองทำลวกตรงไหน คือกลุ่มที่ควบคุมงานอยู่" · บอกว่าไฟล์นี้ทำให้ผู้สอน Module 3 ช่วยได้ตรงจุดตั้งแต่วันแรก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"หลายกลุ่มคิดว่าระบบตัวเองเกือบครบแล้ว พอไล่จริงมักเจอว่าขาดสองสามข้อ" · ย้ำว่าไล่วันนี้เพื่อ จดไว้ ไม่ใช่เพื่อรีบทำให้เสร็จตอนบ่าย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"ผมคิดมาตลอดว่า FixIt ของผมเกือบครบแล้ว เดี๋ยวมาไล่กันทีละบรรทัดต่อหน้าทุกคน ว่าจริงไหม" · สลับไปหน้าจอจริง เดินตาม w9-demo-fixit.md ช่วงที่ 3 (ขั้นที่ 10)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 ⚠️ และ ❌ แล้วพูดว่า "สองบรรทัดนี้ของ FixIt ผมไม่ได้ทำวันนี้ครับ ผมจดลง Backlog Sprint 2" · ให้กลุ่มทำตารางแบบนี้ของตัวเองตอนบ่าย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ให้ทุกกลุ่มพิมพ์ลงแชทว่าตอนนี้ขาดของส่งมอบข้อไหนบ้าง เป็นตัวเลข เช่น "กลุ่ม 4 — ขาดข้อ 3 กับ 5" · TA จดไว้ใช้จัดคิว Consult วันอาทิตย์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 13:00 ถึง 14:45 คือทำเทสต์ให้ผ่าน แล้ว 14:45 คือนำเสนอจริง เวลาแน่นมาก" · ย้ำให้กินข้าวจริง ๆ และให้แบ่งท่อนพูดกันตอนพักเที่ยงเลย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"ช่องขวาสุดคือของกลุ่มคุณ และมีแต่พวกคุณที่เติมได้" · ให้แต่ละกลุ่มพิมพ์คำตอบช่องขวาสุดแถวแรกลงแชท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"โครงเดียวกัน เปลี่ยนชื่อเรื่อง" · ย้ำว่า LeaveEasy อยู่ในใบงานเป็นตัวอย่างเทียบ ไม่ใช่สิ่งที่กลุ่มต้องสร้าง · ให้ถ่ายรูปสไลด์นี้เก็บไว้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"ถ้าเวลาไม่พอ ให้ถึง Checkpoint 2 เป็นอย่างน้อย แล้วไปซ้อมนำเสนอ เพราะ Sprint Review เริ่มตรงเวลาแน่นอน" · บอกว่าใบงานแจกไว้แล้วตั้งแต่เช้า และมีคลิปสั้นประกอบทุก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ให้ทุกกลุ่มพิมพ์คำตอบลงแชท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1 Review — ให้ AI ทดสอบแทนเรา แล้วเตรียมส่งมอบ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3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1 · 1 ชม. 20 นาที — Tester + Playwright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🎤 ช่วงที่ 2 · 40 นาที — Sprint 1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ช่วงที่ 3 · 35 นาที — เตรียมส่งมอบให้ Module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09:50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09:50   🧪 ช่วงที่ 1A  Tester + Playwright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– 10:00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10:00 – 10:40   🧪 ช่วงที่ 1B  เขียนเทสต์ และอ่านผล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11:20   🎤 ช่วงที่ 2   Sprint 1 Review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11:20 – 12:00   📦 ช่วงที่ 3   เตรียมส่งมอบ + ปิดคาบ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แผนที่ของวันนี้ — 3 ขั้นตามลำดับ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ให้ AI 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นำเสนอ Sprint 1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เก็บของส่งมอบ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ปิดข้อมูลรายห้อง มีผู้ช่วย AI มี Reviewer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สิ่งที่ต้องมีตอนจบวันนี้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ชุดทดสอบ Playwright ที่รันแล้วผ่าน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🎤 นำเสนอสด และทุกคนในกลุ่มพูด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Backlog Sprint 2 ที่มาจาก feedback 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ของส่งมอบ 5 รายการให้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ก่อนนำเสนอ — ไล่ Feature List อีกครั้ง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ที่เขียนไว้ตั้งแต่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ไล่ทีละบรรทัดว่า ยังขาดอะไรถึงจะเรียกว่า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ที่ขาด → เก็บระหว่างสัปดาห์ ไม่ใช่ในคาบวันนี้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ที่เก็บไม่ทัน → เขียนลง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1 — ให้ AI ทดสอบระบบแทนเรา · 1 ชม.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ทำไมต้องทดสอบอัตโนมัติ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ทุกครั้งที่แก้อะไร ควรไล่กดใหม่ทั้งระบบ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ระบบมีหลายหน้า หลายเส้นทาง — กดเองทุกรอบไม่ไหว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บั๊กที่หลุดถึงผู้ใช้ แพงกว่าบั๊กที่เจอในเครื่องเรา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ให้หุ่นยนต์กดแทน แล้วเราไปทำอย่างอื่น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สัปดาห์ที่แล้วเรามี 🔍 Reviewer 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เราตั้ง Reviewer ให้อ่านโค้ดแล้วรายงาน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Reviewer เห็นโค้ด แต่ไม่เคยกดปุ่มในเว็บของเราเลย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รายงานที่บอกว่าผ่าน ไม่ใช่ใบรับประกัน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สัปดาห์นี้เราเติมอีกตัว — 🧪 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🔍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🔍 Reviewer (สัปดาห์ที่ 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อ่านโค้ด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แปลว่าอะไร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=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และตั้งขอบเขตให้มัน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ทำไมการมี context แยกกันถึงได้ผล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"ความจำ" 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มีเหตุผลของตัวเองค้างอยู่ในความจำ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เริ่มด้วยความจำเปล่า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จึงเจอสิ่งที่ตัวเขียนมองข้าม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MCP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MCP = ช่องทางให้ AI ใช้เครื่องมือภายนอกได้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ปกติ AI พิมพ์ข้อความและแก้ไฟล์ได้เท่านั้น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MCP แล้ว AI หยิบเครื่องมืออื่นมาใช้ได้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เปรียบเทียบ: เหมือนต่อมือให้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ภาพรวมของสิ่งที่กำลังจะเกิดขึ้น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เรา  ──สั่งเป็นภาษาไทย──►  Claude Code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 ผ่าน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🤖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🌐 เบราว์เซอร์จริง เปิด FixIt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กรอกฟอร์ม · กดปุ่ม · อ่านหน้าจอ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✅ ผ่าน / ❌ ไม่ผ่าน  ส่งกลับมาให้เราอ่าน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เช็ก /mcp แล้วตั้ง Tester ตัวแรก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/mcp เช็กว่า Playwright เชื่อมต่อจริงไหม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Tester 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เบราว์เซอร์เปิดขึ้นเองโดยไม่มีใครแตะเมาส์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คำสั่งเปลี่ยนได้ตามเวอร์ชัน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คำสั่งของ Claude Code เปลี่ยนได้ตามเวอร์ชัน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พิมพ์แล้วไม่ได้ผล ให้พิมพ์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จะเห็นรายการคำสั่งที่ใช้ได้จริงในเครื่องคุณ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นี่คือเหตุผลที่เราสั่ง Claude ให้สร้าง sub-agent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/mcp แล้วยังเชื่อมไม่ติด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server เลย → ยังไม่ได้ติดตั้ง ให้ตั้งค่าใหม่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เชื่อมต่อไม่สำเร็จ → เลือก server แล้วสั่งเชื่อมใหม่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 Claude Code แล้วเปิดใหม่ 1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ใช้ไฟล์ตั้งค่าสำเร็จรูปที่ผู้สอนแจก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🧪 Tester sub-agent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ตั้งเหมือน Reviewer สัปดาห์ที่แล้ว แต่หน้าที่ต่างกัน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 URL ของระบบ และ บัญชีทดสอบ 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ต้องบอกว่าให้ทดสอบตาม 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ห้ามแก้โค้ดของระบบเพื่อให้เทสต์ผ่าน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sub-agent ด้วยการสั่ง Claude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สั่งให้สร้าง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MCP คือช่องทางให้ AI ใช้เครื่องมือภายนอก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บอกได้ว่าเชื่อมติดหรือยัง ไม่ต้องเดา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🧪 Tester ได้ และเปิดไฟล์ตั้งค่าอ่านแล้ว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เปิดเบราว์เซอร์จริงได้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กลุ่ม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เทสต์กดใช้จริง แล้วเจอ fail สด ⏱ 31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เดินเส้นทางหลัก 6 ขั้น ให้เบราว์เซอร์กดเองครบ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เทสต์กรอกไม่ครบ และเทสต์ความปลอดภัยที่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จงใจเขียนเทสต์ผิด แล้วไล่หาสาเหตุสด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กดเองด้วยมือก่อนตัดสินว่าโค้ดผิดหรือเทสต์ผิด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🟠 เทสต์กรณีกรอกไม่ครบ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ปล่อยช่องบังคับว่างไว้ แล้วกดบันทึก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ระบบต้องไม่บันทึก และต้องขึ้นข้อความบอกว่าผิดตรงไหน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ตรวจสองอย่าง: ไม่บันทึก และ มีข้อความภาษาไทย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หน้าจอที่เงียบเฉย ๆ ถือว่าไม่ผ่าน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🔒 เทสต์ความปลอดภัย — ตัวที่ "ต้องเข้าไม่ได้"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ล็อกอินเป็นสมชาย แล้วพยายามเปิดใบแจ้งของสมหญิง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ระบบต้องปฏิเสธ จึงจะถือว่าเทสต์ตัวนี้ผ่าน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ถ้าเปิดได้ = เทสต์ไม่ผ่าน = ข้อมูลรั่วจริง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ต่อยอดจากกฎเฝ้าข้อมูลที่ตั้งไว้สัปดาห์ที่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เทสต์ปุ่ม AI — เรียกไม่สำเร็จแล้วต้องไม่ค้าง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ระบบเรามีผู้ช่วย AIแล้ว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เรียกบริการภายนอก ซึ่งล่มได้ทุกเมื่อ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เทสต์: เรียกไม่สำเร็จ → ระบบต้องใช้งานต่อได้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ต้องเห็นข้อความภาษาไทย ไม่ใช่หน้าจอค้าง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— โค้ดผิด หรือเทสต์เขียนผิด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เจอ fail แล้ว อย่าเพิ่งแก้อะไรทั้งนั้น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อ่านก่อนว่ามันคาดว่าจะเห็นอะไร และเห็นอะไรจริง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แล้วจึงตัดสินว่า โค้ดผิด หรือ เทสต์เขียนผิด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แล้วทำอย่างไรต่อ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เทสต์ fail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กดเองแล้วพังไหม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พังจริง = โค้ดผิด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ไม่พัง = 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เทสต์ผ่านบ้างไม่ผ่านบ้างแบบสุ่ม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รันรอบนี้ผ่าน รอบหน้าไม่ผ่าน โดยไม่ได้แก้อะไร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หน้าเว็บโหลดไม่ทัน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ทางแก้: ให้ AI รอจนกว่าองค์ประกอบที่ต้องการจะขึ้นจริง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💬 "ให้เทสต์รอจนกว่าปุ่มบันทึกจะขึ้นบนหน้าจอก่อนจึงกด"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🎤 ช่วงที่ 2 — Sprint 1 Review ·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Review ไม่ใช่การอวดผลงาน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คือการเอาของจริงไปให้คนใช้ดู แล้วรับความจริงกลับมา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เป้าหมายคือ feedback ไม่ใช่เสียงปรบมือ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กลุ่มที่ได้ feedback แรง ๆ คือกลุ่มที่ได้ประโยชน์มากที่สุด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(ต่อยอดจาก Agile ที่เรียนไว้ Module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บ่ายนี้เกิดอะไรขึ้น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13:00 – 14:45  🔧 กลุ่มตั้ง Tester +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และเขียนเทสต์ให้ผ่าน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14:45 – 15:45  🔀 Sprint 1 Review · 3 ห้องขนานกัน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ห้องละ 3–4 กลุ่ม · กลุ่มละ 5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+ ถาม-ตอบ 3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15:45 – 16:00  🏆 รวมห้องใหญ่ · ตัวแทน 3 กลุ่ม · ปิด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นำเสนอด้วยโครงงานของกลุ่มเอง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ไม่ใช่ FixIt และไม่ใช่ LeaveEasy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กับ LeaveEasy เป็นตัวอย่างสำหรับฝึก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สิ่งที่นำเสนอคือโครงงานของกลุ่มคุณ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ทุกคนในกลุ่มต้องพูด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แบ่งกันเล่าคนละท่อน ไม่ใช่ตัวแทนพูดคนเดียว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ข้อนี้เป็นเกณฑ์ประเมินรายบุคคล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คนที่ไม่ได้พูดและตอบคำถามไม่ได้ = ยังไม่ผ่าน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แม้ระบบของกลุ่มจะทำงานได้ครบก็ตาม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โครงนำเสนอ 5 นาที — 5 ช่อง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ปัญหาคืออะไร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ผู้ใช้เป็นใคร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สาธิตสดบน URL จริง ← ใช้เวลามากที่สุด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สิ่งที่เรียนรู้ — อะไรพัง แก้อย่างไร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จะทำอะไรต่อใน Sprint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นาทีนั้นใช้อย่างไร — และใครพูดช่องไหน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0:00 – 0:45   ปัญหา + ผู้ใช้เป็นใคร        คนที่ 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0:45 – 3:00   🖥️ สาธิตสดบน URL จริง        คนที่ 2 (คนที่พิมพ์น้อยสุด)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3:00 – 4:00   สิ่งที่เรียนรู้ · อะไรพัง      คนที่ 3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4:00 – 5:00   Backlog Sprint 2             คนที่ 4 หรือวนกลับคนที่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ถาม-ตอบ 3 นาที — ใครตอบ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ผู้ฟังถาม กลุ่ม ไม่ได้ถามคนใดคนหนึ่ง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คนที่ทำส่วนนั้นเป็นคนตอบ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ตอบไม่ได้ ให้พูดว่า "ยังไม่ทราบ จะไปหาคำตอบมา"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แล้วจดลง Backlog ทันที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เกณฑ์เลือกตัวแทนห้อง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ไม่ใช่ระบบที่สวยที่สุด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ไม่ใช่กลุ่มที่ทำฟีเจอร์เยอะที่สุด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กลุ่มที่เล่าเส้นทางแก้ปัญหาได้ดีที่สุด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และทุกคนในกลุ่มพูดได้จริง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การสาธิตสดให้ไม่พัง — เตรียม 5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🗂️ ใส่ข้อมูลตัวอย่างในระบบไว้ล่วงหน้า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ล็อกอินค้างไว้ทั้งสองบัญชีก่อนถึงคิว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🧭 เปิดแท็บที่จะใช้ไว้ครบตามลำดับ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🎥 อัดวิดีโอสำรอง 1 นาทีเก็บไว้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⏱️ ซ้อมจับเวลาอย่างน้อย 1 รอบ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ถ้าสาธิตสดพังตอนนำเสนอ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เปิดวิดีโอสำรอง 1 นาทีทันที ไม่ต้องขอโทษยาว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เล่าต่อว่าจะเกิดอะไรขึ้นถ้ามันทำงาน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ถ้ามีเวลาเหลือ ค่อยกลับมาลองสด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feedback →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= รายการงานที่รอทำรอบหน้า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feedback ที่ได้ ต้องจดลง Backlog 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จดเป็นประโยคที่ทำได้ ไม่ใช่ความรู้สึก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นี้คือของส่งมอบให้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แบบฟอร์ม feedback 3 ช่อง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กลุ่มที่นำเสนอ: ______________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ชอบอะไร   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สงสัยอะไร 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เสนออะไร    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แปลง feedback เป็น Backlog สด ๆ ⏱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แปลงคำพูดของคนฟัง เป็นประโยคที่ลงมือทำได้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พิมพ์ลง backlog-sprint2.md สด ทีละบรรทัด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ข้อที่ค้างจากสัปดาห์ที่ 8 ก็จดลง Backlog ได้เหมือนกัน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ตัวอย่าง: feedback ของ FixIt → Backlog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feedback ที่ได้                      →  ข้อใน Backlog Sprint 2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  ────────────────────────────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"ไม่รู้ว่าช่างรับงานหรือยัง"          →  แจ้งเตือนผู้แจ้งเมื่อมอบหมายช่าง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"อยากเห็นสรุปว่าเดือนนี้ซ่อมกี่งาน"   →  ทำหน้าสรุป (ยกไป Module 3)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คีย์ AI ยังอยู่ในหน้าเว็บ (ค้างจาก ส.8) →  เปลี่ยนไปใช้ตัวกลางเก็บคีย์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โครงนำเสนอ 5 นาทีที่แบ่งท่อนกันครบทุกคน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แผนสำรองถ้าสาธิตสดพัง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 Backlog Sprint 2 ที่เปิดรอจดไว้แล้ว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ช่วงที่ 3 — เตรียมส่งมอบให้ Module 3 ·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5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GitHub repo + CLAUDE.md + commit ของทุกคน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บันทึกสิ่งที่ยังไม่เสร็จ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1️⃣ URL — ต้องเปิดจากเครื่องคนอื่นได้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เปิดจากมือถือที่ไม่ได้ต่อ Wi-Fi เดียวกัน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ให้เพื่อนอีกกลุ่มลองเปิด แล้วบอกว่าเห็นอะไร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ต้องเก็บข้อมูลลง Firestore ได้จริง ไม่ใช่ข้อมูลปลอม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🆘 เปิดไม่ได้ → กลับไปที่ขั้นตอน deploy 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2️⃣ repo — และ 👤 commit ของทุกคน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 repo ต้องมี CLAUDE.md ที่ตรงกับระบบจริง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ทุกคนในกลุ่มต้องมี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คนที่ไม่มี commit เลย ถือว่ายังไม่ผ่าน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ตรวจได้จากหน้าประวัติของ repo บน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ยังมีคนไม่มี commit ทำอย่างไร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ให้คนนั้นเป็นคนคุมคีย์บอร์ดในช่วงถัดไปทันที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ทำงานจริง 1 ก้อน แล้ว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ห้ามให้คนอื่น commit แทนแล้วใส่ชื่อให้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ปัญหานี้แก้บ่ายนี้ได้ แต่แก้วันศุกร์ไม่ทัน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3️⃣ ชุดทดสอบ Playwright ที่ผ่าน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เทสต์อยู่ใน repo ไม่ใช่อยู่ในหน้าจอที่เพิ่งรันอย่างเดียว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ต้องรันแล้วผ่าน ณ วันที่ส่ง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เทสต์ที่ยัง fail → เขียนลงข้อ 5 อย่าลบทิ้ง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ห้ามแก้โค้ดระบบเพื่อให้เทสต์ผ่าน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4️⃣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มาจาก feedback จริงในบ่ายนี้ ไม่ใช่คิดเอง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เขียนเป็นประโยคที่ทำได้ ไม่ใช่ความรู้สึก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เรียงลำดับว่าอันไหนควรทำก่อน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ต้องมีข้อค้างจาก ส.8: เปลี่ยนคีย์ AI ไปใช้ตัวกลาง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นี่คือจุดเริ่มของ Module 3 ในวันแรก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📌 Module 3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3 = AI-Integrated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Data Analytics · หน้าสรุป · กราฟ · AI ขั้นลึกกว่านี้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อยากทำหน้าสรุป หรือต่อยอดผู้ช่วย AI → ใส่ Backlog Sprint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ไม่ใช่ทำในสัปดาห์นี้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5️⃣ บันทึกสิ่งที่ยังไม่เสร็จ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บันทึกส่งต่อ Module 3 — &lt;ชื่อโครงงานของกลุ่ม&gt;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เสร็จแล้ว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แจ้งเรื่อง / มอบหมาย / อัปเดตสถานะ /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ล็อกอิน · กฎเฝ้าข้อมูล · เทสต์เส้นทางหลัก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ยังไม่เสร็จ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แจ้งเตือนทางอีเมลเมื่อมอบหมายผู้รับผิดชอบ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รู้ตัวว่าทำลวกไว้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หน้ารายการยังโหลดข้อมูลทั้งหมดทีเดียว ถ้าข้อมูลเยอะจะช้า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ยังไม่มีเทสต์ของหน้าจัดการประเภท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ไล่ Feature List ครั้งสุดท้าย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จาก Module 1 ขึ้นมาอีกครั้ง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มีแล้ว / ❌ ยังไม่มี / ⚠️ มีแต่ยังไม่ครบ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กับ ⚠️ ทุกข้อ → ลง Backlog Sprint 2 หรือข้อ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ทำเป็นตารางลงไฟล์ ไม่ใช่จำในหัว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ไล่ Feature List แล้วเขียนบันทึกส่งต่อ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 Feature List ทีละบรรทัด ต่อหน้าทุกคน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ทำเครื่องหมาย ✅ ⚠️ ❌ ให้เห็นสถานะจริง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เขียนบันทึกส่งต่อ Module 3 ครึ่งหน้า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หัวข้อ "รู้ตัวว่าทำลวกไว้" ไม่ใช่การสารภาพผิด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ตารางไล่ MVP 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ฟีเจอร์ MVP (จาก Feature List Module 1)   สถานะ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────────────────────────────────────────  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แจ้งซ่อมใหม่      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ดูรายการใบแจ้งซ่อม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มอบหมายช่าง                               ⚠️ มอบได้แต่ไม่แจ้งใคร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อัปเดตสถานะ / ปิดงาน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ยกเลิกใบแจ้งที่แจ้งผิด                    ❌ ยังไม่มี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ของส่งมอบ 5 รายการ ที่รู้ว่าขาดข้อไหน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 commit ที่เห็นชื่อครบทุกคนในกลุ่ม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ไฟล์บันทึกสิ่งที่ยังไม่เสร็จ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ตารางไล่ Feature List ของโครงงานกลุ่มคุณ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กลุ่มคุณ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กลุ่มคุณ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เส้นทางเทสต์ เช้า ↔ ตัวอย่าง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🎬 FixIt (สาธิตเมื่อเช้า)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แจ้งซ่อม → มอบหมายช่าง → อัปเดตสถานะ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🔧 LeaveEasy (ตัวอย่างในใบงาน)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ยื่นใบลา → หัวหน้าอนุมัติ → บันทึกผล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กลุ่มคุณจะทำอะไร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~30 นาที — เชื่อม Playwright + ตั้ง Tester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~45 นาที — เขียนเทสต์อย่างน้อย 5 ตัวให้ผ่าน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⏱ ~20 นาที — เก็บของส่งมอบ + ซ้อมนำเสนอ 1 รอบ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14:45 เป็นต้นไป — 🎤 Sprint 1 Review 3 ห้องขนานกัน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ในโครงงานของกลุ่มคุณคืออะไร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