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"สามสัปดาห์ที่ผ่านมาเราสั่ง AI ทีละขั้นมาตลอด ใครเคยคิดบ้างว่าถ้าสั่งทีเดียวจบเลยจะเป็นยังไง" · บอกว่าวันนี้จะได้ลองของจริง และจะได้เห็นทั้งข้อดีและราคาที่ต้องจ่าย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ๆ ว่าวิธีเดิมคือวงจร 4 จังหวะที่ใช้มาทั้งเดือน · ย้ำว่าวิธีนั้นไม่ได้ผิด วันนี้เราเพิ่มอีกวิธีไว้ในมือ ไม่ใช่มาแทนที่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ย้ำว่าสิ่งที่ทำให้วิธีนี้เป็นไปได้คือสเปคที่เขียนไว้แล้ว ไม่ใช่ความเก่งของ AI — "ถ้าสเปคกำกวม สั่งทีเดียวจะได้ของกำกวมกลับมาเร็วขึ้นเท่านั้นเอง"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เปิดไฟล์ fixit-spec.md ค้างบนจอสัก 15 วินาทีให้เห็นของจริง · ชี้หัวข้อ "สิ่งที่ยังไม่ทำใน Module นี้" แล้วพูดว่า "ข้อนี้แหละที่กัน AI แถมของที่เราไม่ได้ขอ"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ย้ำข้อสุดท้าย เพราะบ่ายนี้ผู้เรียนจะสั่งสร้างเอง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6 เรื่อง context บวมกับ /compact — "ปัญหาเดียวกัน แต่คราวนี้เราแก้ด้วยการแบ่งงาน ไม่ใช่การล้างความจำ"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"กล่องแรกคืองานสัปดาห์ที่ 6 กล่องสองคือสัปดาห์ที่ 7 กล่องสามคือสัปดาห์ที่ 8" · บอกว่านี่คือการเอา 3 สัปดาห์มาอัดในรอบเดียว และนั่นคือเหตุผลที่ต้องแบ่งงาน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ย้ำประโยคนี้ — "ไม่ใช่ทุกงานต้องใช้โมเดลที่ฉลาดที่สุด งานทำตามแบบใช้ตัวเล็กก็จบ และถูกกว่าหลายเท่า" · บอกว่าเขียนบรรทัด model: ไว้ในไฟล์ตั้งค่าของผู้ช่วยแต่ละตัว · เสริมว่านี่คือทักษะที่ใช้ได้กับทุกงาน AI ไม่ใช่แค่หลักสูตรนี้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อธิบายว่าทำไม prompt นี้ยาวได้ — เพราะเป็นรายการหน้าที่และชื่อโมเดล ไม่ใช่การสั่งหลายงานพร้อมกัน · ย้ำบรรทัดสุดท้าย "ให้ผมอ่านไฟล์ก่อน" คือจังหวะที่ 3 ของเราที่ห้ามข้าม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ย้ำว่าเราสั่งเป็นภาษาไทยประโยคเดียว แต่สิ่งที่เกิดคือผู้ช่วยสามตัวเดินงานคนละส่วน · บอกให้ห้องสังเกตว่า Claude รายงานกลับมาเป็นช่วง ๆ ไม่ใช่เงียบยาว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ก้อน A (ขั้นที่ 1–3) · จบแล้วกลับเข้าสไลด์ถัดไป · ระหว่างรอให้เล่าว่ากำลังเกิดอะไรขึ้น อย่าปล่อยจอเงียบ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นี่คือหัวใจของช่วงนี้ ห้ามข้าม — "สั่งทีเดียวไม่ได้แปลว่าเราหายไป มันแปลว่างานของเราย้ายมาอยู่ตอนจบ" · บอกว่าของแถมที่ AI ใส่มาเองคือสิ่งที่ต้องเอาออก เพราะไม่มีใครดูแลมันต่อ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"ผมไม่ได้บอกว่าวิธีนี้ดีกว่า ผมบอกว่ามันเป็นอีกเครื่องมือหนึ่ง" · ย้ำว่าคนที่สเปคชัดเท่านั้นที่ใช้วิธีนี้ได้คุ้ม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ชี้กล่องเข้มแล้วพูดว่า "ตอนกำลังเรียนรู้ ให้ใช้ทีละขั้นเสมอ เพราะคุณต้องเข้าใจสิ่งที่เกิดขึ้น" · ปิดด้วยคำถามประจำหลักสูตร — "หัวข้อของคุณ สเปคชัดพอจะสั่งทีเดียวหรือยัง"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ให้พิมพ์ในแชทว่างานในระบบตัวเองข้อไหนที่ใช้ haiku ก็พอ 30 วินาที · อ่านออกเสียง 2–3 คำตอบ แล้วเข้าพัก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"ครึ่งหลังคือหุ่นยนต์เปิดเบราว์เซอร์กดปุ่มเองสด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"ทุกสัปดาห์ที่ผ่านมา คนตรวจว่าระบบยังใช้ได้คือเราเอง และเราตรวจได้เท่าที่เรามีเวลา" · โยงเข้าวันนี้ — "วันนี้เราจะให้ AI อีกตัวเปิดเบราว์เซอร์กดใช้ระบบเราแทน"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"แบบนี้มีประโยชน์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เปิดช่วงสั้น ๆ — "ยี่สิบนาทีสุดท้ายนี้เราไล่ว่าของที่ต้องส่งครบหรือยัง ไม่ใช่การสรุปสวย ๆ"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อ่านทั้งสี่ข้อช้า ๆ แล้วพูดว่า "สี่ข้อนี้คือสิ่งที่ Module 3 จะหยิบไปใช้ต่อวันแรก ขาดข้อไหนคือเริ่มช้าไปหนึ่งสัปดาห์" · ย้ำว่าส่งเป็น URL repo ลิงก์เดียว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และเป็นข้อที่ผมอ่านก่อนเพื่อน" · บอกว่าสั่งให้ AI เขียนไฟล์ test-results.md 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บอกให้เก็บเป็นไฟล์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"วันนี้เราสั่งทีเดียวจบก็จริง แต่คุณต้องตอบได้ว่าผู้ช่วยแต่ละตัวทำอะไร และคุณตรวจอะไรไปบ้าง" · แนะให้เปิด CLAUDE.md กับไฟล์ตั้งค่า sub-agent อ่านทบทวน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 เป็นตัวเลข เช่น "ขาดข้อ 3" · TA จดไว้ใช้ช่วยรายคนตอนบ่าย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"ใบงานวันนี้มี 3 ส่วน จบราวบ่ายสองครึ่ง แล้วเวลาที่เหลือยกให้คุณเริ่มการบ้านกับหัวข้อตัวเองตอนที่ผมกับ TA ยังอยู่" · ถ้าเวลาไม่พอ ให้ถึง Checkpoint 2 เป็นอย่างน้อย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สั่งทีเดียวจบด้วย sub-agents แล้วทดสอบด้วย Playwright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2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ช่วงที่ 1 · 80 นาที — สั่งทีเดียวจบจากสเปค ด้วย sub-agents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2 · 60 นาที — ทดสอบด้วย Playwright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10:30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10:30   🚀 ช่วงที่ 1   สั่งทีเดียวจบจากสเปค ด้วย sub-agents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10:30 – 10:40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11:40   🧪 ช่วงที่ 2   ทดสอบด้วย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11:40 – 12:00   ปิดคาบ + ของส่งมอบ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สั่งทีเดียวจากสเปค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ผู้ช่วยแบ่งกันทำ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เราตรวจกับสเปค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หุ่นยนต์ทดสอบ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ระบบมีผู้ช่วย AI 2 ระดับ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ระบบที่สร้างจากสเปคในรอบเดียว ด้วย sub-agents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🚀 ช่วงที่ 1 — สั่งทีเดียวจบจากสเปค · 80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สัปดาห์ที่ผ่านมา เราสั่งทีละขั้น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ทีละหน้า ทีละปุ่ม ตรวจทุกครั้งก่อนไปต่อ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ข้อดี: พังตรงไหนรู้ทันที แก้ทีละจุด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ข้อเสีย: ช้า และเราต้องอยู่กับมันทุกขั้น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วันนี้ลองอีกแบบ — สั่งทีเดียวจากสเปค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อ่าน สเปค แล้วสร้างระบบทั้งชุดในรอบเดียว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เราไม่ได้หายไป — เราตรวจตอนจบ เทียบกับสเปค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ใช้ได้เพราะ สเปคของเราชัดตั้งแต่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สเปคคือใบสั่งงาน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หน้าจอกี่หน้า ชื่ออะไร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 ชื่อโฟลเดอร์ ชื่อช่อง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บทบาทผู้ใช้ และสิ่งที่แต่ละบทบาททำได้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สิ่งที่ห้ามทำ — สำคัญที่สุดเวลาสั่งทีเดียว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Sub-agent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ตั้งขอบเขต และตั้งโมเดลให้มัน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ทำไมแบ่งเป็นผู้ช่วยหลายตัวถึงได้ผล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ยัดงานทั้งระบบไว้ตัวเดียว = ความจำบวม แล้วเริ่มลืม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แยกผู้ช่วย = แต่ละตัวจำเฉพาะงานของตัวเอง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ผลคือ ทำงานขนานกันได้ และหลงน้อยลง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แบ่งงานของสัปดาห์ที่ 6–8 ให้ 3 ผู้ช่วย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builder-ui หน้าจอ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builder-data ข้อมูล+ล็อกอิน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builder-ai ปุ่มผู้ช่วย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💰 เลือกโมเดลให้เหมาะกับงาน = ประหยัดโทเคน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งานของผู้ช่วย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โมเดลที่พอ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สร้างหน้าจอตามสเปคที่ชัดแล้ว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haiku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ต่อฐานข้อมูล · CRUD · ล็อกอิน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ปุ่มผู้ช่วย AI + ตรวจคำตอบ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สั่งสร้างผู้ช่วย 3 ตัว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2615184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2615184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 fixit-spec.md แล้วสร้าง sub-agent ให้ผม 3 ตัว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 builder-ui สร้างหน้าจอทุกหน้า ใช้โมเดล haiku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 builder-data ต่อ Firestore ทำ CRUD และล็อกอิน ใช้โมเดล sonnet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 builder-ai ทำปุ่มผู้ช่วย AI ใช้โมเดล sonnet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ทุกตัวห้ามทำงานนอกสเปค เสร็จแล้วให้ผมอ่านไฟล์ก่อน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แล้วค่อยสั่งทีเดียวจบ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ให้ผู้ช่วยทั้ง 3 ตัวสร้างระบบตาม fixit-spec.md ให้ครบ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แบ่งงานกันตามหน้าที่ของแต่ละตัว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เสร็จแต่ละส่วนให้รายงานผมทีละตัว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สั่งทีเดียวจบจากสเปค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ตั้งผู้ช่วย 3 ตัว แล้วเปิดไฟล์อ่านก่อน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สั่งทีเดียว แล้วดูผู้ช่วยเดินงานทีละส่วน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ชื่อโมเดลของแต่ละตัว และผลที่ได้กลับมา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จังหวะตรวจ — เทียบผลกับสเปคทีละข้อ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เปิดสเปคไว้ข้างจอ แล้วไล่ทีละหัวข้อ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หน้าจอครบไหม · ชื่อช่องตรงไหม · สถานะครบไหม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สั่งแก้เฉพาะข้อนั้น ไม่ต้องสั่งใหม่ทั้งชุด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ได้ของแถมที่ไม่ได้ขอ → สั่งเอาออก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สั่งทีเดียวมีราคาที่ต้องจ่าย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พังทีเดียวทั้งก้อน หาจุดพังยากกว่า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ถ้าสเปคไม่ชัด จะได้ของที่ไม่ตรงเร็วขึ้นเท่านั้น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ใช้โทเคนเยอะกว่าถ้าเลือกโมเดลไม่เป็น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ทีละขั้น vs ทีเดียว — ใช้เมื่อไร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🐢 ทีละขั้น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ของใหม่ที่ยังไม่ชัด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แก้ของที่มีอยู่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ตอนกำลังเรียนรู้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🚀 ทีเดียว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สเปคชัดแล้ว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งานซ้ำแบบเดิม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ทำใหม่จากศูนย์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sub-agent เป็น และรู้ว่าตั้งโมเดลตรงไหน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บอกได้ว่างานแบบไหนใช้โมเดลเล็กก็พอ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เห็นแล้วว่าสั่งทีเดียวได้ผลอย่างไร และพังอย่างไร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รู้ว่าจังหวะตรวจย้ายไปอยู่ตอนจบ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10:40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กดใช้ระบบแทนเรา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2 — ทดสอบด้วย Playwright · 60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อ่านโค้ดอย่างเดียวไม่พอ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ที่ผ่านมาเราตรวจงานด้วยการอ่านโค้ดกับกดเองทีละหน้า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อ่านแล้วดูดี ไม่ได้แปลว่ากดแล้วไม่พัง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และกดเองทุกรอบที่แก้โค้ด เราไม่มีเวลา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สัปดาห์นี้เราตั้งผู้ช่วยอีกตัว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👀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👀 อ่านโค้ดเอง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เห็นแต่ตัวอักษร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ปิดคาบ — ของส่งมอบให้ Module 3 ·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4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 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repo บน GitHub + CLAUDE.md + commit ในชื่อคุณ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 + test-results.md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BACKLOG.md — สิ่งที่ยังไม่เสร็จ ส่งต่อ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📋 Backlog Sprint 2 — เขียน 3 บรรทัดก็พอ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อะไรเสร็จแล้ว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 แม้ระบบจะทำงานครบ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รู้ว่าของส่งมอบ 4 รายการ 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test-results.md และ BACKLOG.md ที่เปิดรอจดไว้แล้ว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รู้ว่าส่งงานอย่างไร และภายในเมื่อไร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~45 นาที — 🚀 สั่งทีเดียวสร้าง LeaveEasy จากสเปค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🧪 เทสต์ด้วย Playwright + รายงานผล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เวลาที่เหลือ — 🏠 เริ่มการบ้านที่ 4 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