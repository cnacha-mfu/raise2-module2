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ใช้คลิปสาธิต 3 นาทีกับ Consult รายคนแทน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"บ่ายนี้ทุกคนอัดคลิป 3 นาทีของระบบตัวเอง"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ทุกคนต้องมีคลิปของระบบตัวเอง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35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เราจะคุยกันว่า Sprint Review คืออะไร แล้วคุณจะสรุป Sprint ของตัวเองอย่างไร" · บอกว่าของจริงคือคลิป 3 นาทีกับ Consult รายคน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"ถ้าจบ Sprint แล้วไม่มีอะไรเข้า Backlog รอบหน้าเลย แปลว่าเรายังไม่ได้มองงานตัวเองจริง" · บอกว่าวันนี้ feedback มาจากเทสต์ที่ยัง fail จาก Reviewer และจาก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ให้อัดเท่าที่มีจริง ไม่ต้องแต่ง — สิ่งที่ยังไม่เสร็จให้พูดออกมาตรง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อ่านทบทวน และสั่ง Claude ว่า "แสดงประวัติการปักหมุดของผมทั้งหมดให้ดูหน่อย" อ่านทบทวนก่อนเข้า Consult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"ฉากที่ 4 คือฉากที่คนลืมบ่อยที่สุด และเป็นฉากที่ผมดูก่อนเพื่อน" · บอกว่าไม่ต้องพูดเก่ง ขอให้เห็นของจริงบนจอ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ชี้บรรทัดที่สองแล้วบอกว่า "ท่อนนี้ยาวที่สุด เพราะคือของจริงที่คุณสร้าง" · ย้ำว่าอัดใหม่ได้ไม่จำกัด และให้อัดตอนบ่ายตอน TA ยังอยู่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บอกว่าคิว Consult อาทิตย์ 20 และพุธ 23 ก.ย. จองเองได้ที่ https://raise2-58508.web.app ช่องละ 30 นาที ใครจองก่อนได้ก่อน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"อัดใหม่ได้ไม่จำกัด ไม่มีใครดูรอบซ้อมของคุณ" · ให้ทุกคนอัดตอนบ่ายก่อนเลิกคาบ อย่ายกไปอัดที่บ้านคนเดียว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"ระบบพังตอนอัดไม่หักคะแนน แต่การไม่บอกใครเลยแล้วส่งคลิปที่ไม่มีอะไรทำงาน หักครับ"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สิ่งที่ผู้สอนถามใน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บอกว่าให้เก็บสามบรรทัดนี้เป็นไฟล์ BACKLOG.md ใน repo · ประกาศกำหนดส่ง: ใบงานที่ 4 ภายในจันทร์ 21 ก.ย. · การบ้านที่ 4 ปิด Module ภายในอังคาร 22 ก.ย. ส่ง URL repo ลิงก์เดียวเท่านั้น ไม่ต้องแนบไฟล์ · URL ระบบและลิงก์คลิป 3 นาที ให้เขียนไว้บนสุดของ README.md ในrepo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9 · จบแล้วกลับเข้าสไลด์หน้า 62 · พูดว่า "feedback ที่ไม่ได้จดภายในหนึ่งนาทีจะหายไปเสมอครับ ผมจะทำให้ดูว่าจดยังไงให้เอาไปทำต่อได้จริง"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ให้ทุกคนพิมพ์ลงแชทเดี๋ยวนี้ว่าฉากที่ 4 (พิสูจน์ว่าคนอื่นเปิดไม่ได้) ของตัวเองจะถ่ายอย่างไร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10 · จบแล้วกลับเข้าสไลด์หน้า 75 · พูดว่า "ผมคิดมาตลอดว่า FixIt ของผมเกือบครบแล้ว เดี๋ยวมาไล่กันทีละบรรทัดต่อหน้าทุกคน ว่าจริงไหม"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ครึ่งหลังอัดคลิปแล้วยกไปใส่หัวข้อของตัวเอง"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ย้ำว่า "ถ้าเวลาไม่พอ ให้ถึง Checkpoint 2 เป็นอย่างน้อย ที่เหลือทำต่อในการบ้านและ Consult ได้" · บอกว่าใบงานแจกไว้แล้วตั้งแต่เช้า และมีคลิปสั้นประกอบทุก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1 Review — 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ช่วงที่ 2 · 40 นาที — Sprint 1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🎤 ช่วงที่ 2   Sprint 1 Review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อัดคลิปสาธิต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🎥 คลิปสาธิต 3 นาที ที่เห็นระบบทำงานจริง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ให้ตั้งค่าใหม่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🎤 ช่วงที่ 2 — Sprint 1 Review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Review ไม่ใช่การอวดผลงาน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คือการเอาของจริงไปให้คนใช้ดู แล้วรับความจริงกลับมา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(ต่อยอดจาก Agile ที่เรียนไว้ Module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14:20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14:30 – 15:00  📦 เก็บของส่งมอบ + อัดคลิป 3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15:00 – 15:45  🏠 ยกทุกอย่างไปใส่หัวข้อของตัวเอง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🎥 คลิปสาธิตด้วยหัวข้อของตัวเอง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สิ่งที่อยู่ในคลิปคือระบบของคุณ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ผู้สอนจะถามใน Consult รายคน ว่าคุณสั่งอะไรไป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โครงคลิป 3 นาที — 4 ฉาก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เปิด URL จริง ให้เห็นแถบที่อยู่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ล็อกอิน แล้วใช้งานเส้นทางหลัก 1 รอบ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กดปุ่ม AI ให้เห็นว่าทำงานได้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พิสูจน์ว่าคนอื่นเปิดดูไม่ได้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นาทีนั้นใช้อย่างไร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0:00 – 0:20   เปิด URL จริง · บอกว่าระบบนี้ทำอะไร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0:20 – 1:40   🖥️ ใช้งานเส้นทางหลักจนจบ 1 รอบ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1:40 – 2:20   🤖 กดปุ่ม AI ให้เห็นผล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2:20 – 3:00   🔒 หน้าต่างส่วนตัว · เปิดไม่ได้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รายคน — ผู้สอนจะถามอะไร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เปิดระบบของคุณสาธิตสดให้ดู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"ส่วนนี้คุณสั่ง AI ว่าอย่างไร"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"ทำไมถึงเลือกทำแบบนี้"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สิ่งที่ผู้สอนดูใน Consult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อัดคลิปให้ไม่พัง — เตรียม 5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🗂️ ใส่ข้อมูลตัวอย่างในระบบไว้ล่วงหน้า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ล็อกอินค้างไว้ทั้งสองบัญชีก่อนเริ่มอัด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🧭 เปิดแท็บที่จะใช้ไว้ครบตามลำดับ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🔇 ปิดการแจ้งเตือนบนเครื่องก่อนอัด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⏱️ อัดรอบแรกเป็นรอบซ้อม แล้วอัดใหม่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ถ้าอัดแล้วระบบพัง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หยุดอัด แก้ก่อน แล้วค่อยอัดใหม่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แก้ไม่ได้ในคาบ → ให้ TA ดูทันทีตอนยังอยู่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จดลง Backlog แล้วอัดเท่าที่ทำงานได้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โครงคลิป 3 นาทีที่ครบทั้ง 4 ฉาก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แผนสำรองถ้าระบบพังตอนอัด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~20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~37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~20 นาที — เก็บของส่งมอบ + อัดคลิป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⏱ ~30 นาที — 🏠 ยกไปใส่หัวข้อของตัวเองในคาบ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