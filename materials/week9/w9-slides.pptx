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เปิดด้วยประโยคนี้ — "สัปดาห์นี้เราจะไม่เริ่มของใหม่ที่ใหญ่แล้วนะครับ วันนี้คือวันที่เราพิสูจน์ว่าระบบของคุณทำงานได้จริง แล้วเก็บของส่งมอบให้ครบ" · ย้ำว่าเป้าหมายวันนี้คือ พิสูจน์และส่งมอบ ไม่ใช่สร้างของใหม่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"สามชั่วโมงนี้เราจะให้ AI ทดสอบระบบแทนเรา แล้วเก็บของส่งมอบให้ครบ" · บอกว่าสัปดาห์นี้ไม่มีการนำเสนอหน้าห้องและไม่ต้องอัดคลิป ใช้รายงานผลการทดสอบกับ Consult รายคนแทน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ฉายค้างไว้สักครู่แล้วพูดว่า "ถ้าใครหลุดตรงไหน ให้ดูนาฬิกานี้ว่าตอนนี้เราอยู่ช่วงไหน" · บอกว่าคลิปย้อนหลังมีทุกช่วง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หยุดค้างที่กล่องเข้มกล่องแรกแล้วพูดว่า "กล่องนี้คือของใหม่ของวันนี้ — เราจะให้ AI อีกตัวเปิดเบราว์เซอร์เข้าไปกดใช้ระบบของเราจริง ๆ" · ไล่นิ้วไปกล่องที่สอง "บ่ายนี้ให้ AI สรุปผลการทดสอบออกมาเป็นรายงานเก็บไว้ใน repo" · จบที่กล่องขวาสุด "ปลายทางคือของส่งมอบ 5 รายการให้ Module 3" · บอกให้ถ่ายรูปสไลด์นี้ไว้เป็นแผนที่ทั้งวัน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ทวนเร็ว 30 วินาที ห้ามยืดกว่านี้ เพราะใช้มาทุกสัปดาห์แล้ว · ชี้กล่องที่ 1 "สั่งสั้น 1–3 บรรทัด" · ชี้กล่องที่ 2 "ให้ AI ร่างแผนมาก่อน" · หยุดค้างที่กล่องเข้มกล่องที่ 3 "จังหวะนี้เป็นของเรา และเป็นจังหวะที่คนข้ามบ่อยที่สุด" · ชี้กล่องที่ 4 "แผนโอเคแล้วค่อยลงมือทีละข้อ" · ปิดด้วยประโยคโยงเข้าวันนี้ — "วันนี้เราแตะระบบที่ใช้งานได้อยู่แล้ว ยิ่งต้องดูแผนก่อนลงมือ"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"สี่สัปดาห์ที่แล้วหลายคนยังไม่เคยเปิด terminal เลย วันนี้ทุกคนมีเว็บที่มี URL จริงแล้ว" · ให้แต่ละคนพิมพ์ URL ของตัวเองลงแชท 1 บรรทัด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อ่านออกเสียงทีละข้อ แล้วพูดว่า "สี่ข้อนี้คือเกณฑ์ปิด Module ไม่ใช่ข้อแนะนำ" · ชี้ข้อ 2 แล้วย้ำว่าเป็นเกณฑ์ประเมินรายคน ทุกคนต้องมีรายงานผลทดสอบของระบบตัวเอง · บอกว่าปีนี้ไม่ต้องอัดคลิป ใช้รายงานผลทดสอบแทน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"ช่วงนี้ผมให้เวลาบรรทัดเดียวบนสไลด์เท่านั้น เพราะคาบวันนี้ไม่ใช่คาบเติมฟีเจอร์แล้ว" · MVP แปลว่า ชุดฟีเจอร์ขั้นต่ำที่ทำให้ระบบใช้งานได้จริง · ย้ำว่าให้เก็บงานค้างระหว่างสัปดาห์ และส่งผ่าน Google Classroom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"ของที่ยังไม่มีวันนี้ ให้ไปอยู่ใน Backlog Sprint 2 ไม่ใช่ให้รีบทำตอนเช้าแล้วพังตอนบ่าย" · ประโยคนี้จะพูดซ้ำอีกครั้งตอนปิดคาบ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เริ่มด้วยคำถามให้ห้องคิด — "หลังแก้โค้ดครั้งล่าสุด ใครไล่กดครบทุกหน้าบ้างครับ" · มักไม่มีใครยกมือ แล้วพูดว่า "นั่นแหละคือปัญหาที่ช่วงนี้แก้"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"เราไม่ได้ทดสอบเพราะอยากได้ใบรับรอง เราทดสอบเพราะไม่มีเวลากดเองทุกรอบ" · บอกว่าชุดทดสอบนี้เป็น 1 ใน 5 ของส่งมอบให้ Module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 Reviewer สั้น ๆ 1 นาที ห้ามสอนซ้ำ เพราะทำไปแล้วสัปดาห์ที่ 8 · พูดว่า "Reviewer อ่านแบบแปลนบ้าน Tester เดินเข้าไปในบ้านแล้วลองเปิดประตูทุกบาน" · ย้ำว่าสองตัวนี้เจอปัญหาคนละแบบ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ชี้แถบบนก่อนแล้วพูดว่า "อันนี้คือของสัปดาห์ที่แล้ว มีประโยชน์ แต่มันเดาจากโค้ด" · เลื่อนลงชี้กล่องเข้มในแถบล่าง พูดช้า ๆ ว่า "กล่องนี้คือของใหม่วันนี้ — มันกดจริง มันจึงตอบได้ว่าพังจริงหรือไม่พัง" · ย้ำว่านี่ไม่ใช่การบอกว่า Reviewer ผิด สองอย่างนี้ใช้คู่กัน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"ไม่ใช่ AI ตัวใหม่ที่ต้องไปสมัคร มันคือ Claude Code ตัวเดิมที่เราสั่งให้สวมหมวกคนละใบ" · อ้างกลับสัปดาห์ที่ 8 ว่าเราทำแบบนี้มาแล้วครั้งหนึ่งตอนตั้ง Reviewer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"นี่คือเหตุผลที่มันได้ผลจริง ไม่ใช่การตั้งชื่อใหม่ให้ดูดี" · เชื่อมกลับสัปดาห์ที่ 6 เรื่อง context บวมและ /clear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"เหมือนเมื่อก่อน AI พูดได้อย่างเดียว ตอนนี้มันหยิบของได้แล้ว" · ไม่ต้องลงรายละเอียดว่ามันทำงานเบื้องหลังอย่างไร ห้องนี้ไม่ต้องรู้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"เดี๋ยวจะได้เห็นเบราว์เซอร์เปิดขึ้นมาเองแล้วกดปุ่มเองสด ๆ ตรงนี้แหละที่ห้องมักจะฮือฮา" · บอกว่าเราสั่งเป็นภาษาไทย ไม่ต้องเขียนโค้ดเทสต์เอง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ไล่นิ้วตามลูกศรจากบนลงล่างขณะพูด · ย้ำว่าเราสั่งเป็นภาษาไทย ไม่ต้องเขียนโค้ดเทสต์เอง · บอกว่าลูกศรขาลงคือของที่หุ่นยนต์ทำ ลูกศรขากลับคือรายงานที่เราอ่าน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1–3 · จบแล้วกลับเข้าสไลด์หน้า 21 · พูดว่า "ก่อนจะไปสั่งอะไรกับหุ่นยนต์ ผมถามเครื่องตัวเองก่อนครับว่าเชื่อมติดหรือยัง คำสั่งเดียวจบ ไม่ต้องเดา"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พิมพ์สดให้ห้องดูตรงนี้เลย แล้วพูดว่า "ก่อนจะไปสั่งอะไรกับหุ่นยนต์ ผมถามเครื่องตัวเองก่อนว่าเชื่อมติดหรือยัง คำสั่งเดียวจบ" · ย้ำว่าอันนี้ขึ้นต้นด้วยเครื่องหมายทับ เป็นคำสั่งของ Claude Code ไม่ใช่ประโยคที่คุยกับ 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ชี้แถวแรกแล้วพูดว่า "แถวนี้มีค่ามากที่สุดครับ — มันแยกให้เราเห็นระหว่าง ยังไม่ได้ติดตั้ง กับ ติดตั้งแล้วแต่เชื่อมไม่ติด ซึ่งสองอย่างนี้แก้คนละทางกันเลย" · บอกว่าในหน้าจอ /mcp เลือก server แล้วสั่งเชื่อมใหม่ หรือเปิด-ปิดตัวไหนก็ได้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อ่านออกเสียงเต็มประโยคว่า "คำสั่งของ Claude Code เปลี่ยนได้ตามเวอร์ชัน ถ้าพิมพ์แล้วไม่ได้ผล ให้พิมพ์ /help ดูรายการที่ใช้ได้จริงในเครื่องคุณ" · แล้วบอกว่า "ห้องนี้ประมาณ 40 คน ติดตั้งกันคนละวัน เวอร์ชันจึงไม่เท่ากัน ถ้าของใครหน้าตาไม่เหมือนของผม ถือว่าปกติ"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"ไม่ต้องพิมพ์คำสั่งติดตั้งเอง ไม่ต้องแก้ไฟล์ตั้งค่าเอง สั่งเป็นภาษาไทยประโยคเดียว แล้วอ่านที่มันรายงานกลับมา" · บอกว่าขั้นดาวน์โหลดเบราว์เซอร์ก้อนใหญ่ ใช้เวลา 2–5 นาที ปล่อยให้ทำจนหยุด อย่ากดขัด · ย้ำว่าไฟล์ตั้งค่า MCP ถูกอ่านตอนเปิดโปรแกรมเท่านั้น ปิดเปิดใหม่จึงจำเป็น · ทุกคนควรทำขั้นนี้เสร็จตั้งแต่สัปดาห์ที่ 8 แล้ว ตามคู่มือตั้งค่าที่แจกไว้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"ขั้นนี้คนติดกันเยอะ ถือว่าปกติครับ" · ย้ำว่าไฟล์ตั้งค่า MCP ถูกอ่านตอนเปิดโปรแกรมเท่านั้น ปิดเปิดใหม่จึงช่วยได้บ่อย · บอกว่าถ้าเกิน 15 นาทีให้เข้าคิวถามทันที อย่านั่งไล่แก้ทุกคน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อธิบายว่า Acceptance Criteria คือ "เงื่อนไขว่าฟีเจอร์นี้ถือว่าเสร็จเมื่อไร" ที่เขียนไว้ตั้งแต่ Module 1 · ชี้ข้อสุดท้ายแล้วบอกว่าเดี๋ยวจะพูดถึงอีกครั้ง เพราะเป็นหัวใจของช่วงนี้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"จังหวะแรก เราพิมพ์บอกว่าอยากได้ผู้ช่วยชื่ออะไร ทำหน้าที่อะไร ทดสอบอะไรบ้าง" · หยุดค้างที่กล่องเข้มตรงกลาง พูดช้า ๆ ว่า "จังหวะนี้เป็นของเรา — เปิดไฟล์ที่มันสร้างขึ้นมาอ่านด้วยตาตัวเอง ถ้าไม่อ่าน เราจะไม่รู้เลยว่าคนทดสอบของเราทดสอบอะไรอยู่" · ชี้กล่องขวา "แล้วค่อยสั่งให้เริ่มทดสอบจริง" · ปิดด้วย "นี่คือวงจรเดิม รอบนี้สิ่งที่เราตรวจเปลี่ยนจากแผน มาเป็นไฟล์"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บอกเหตุผลที่ยาวก่อนอ่าน — "อันนี้เป็นข้อยกเว้น ยาวได้เพราะมีทั้ง URL บัญชีทดสอบ และกติกาที่ห้ามตกข้อ สะกดผิดบรรทัดเดียวมันล็อกอินไม่ได้ทั้งชุด ส่วนคำสั่งงานทั่วไปให้กลับไปสั่งสั้นแล้วขอแผนเหมือนเดิม" · ชี้ข้อ 4 แล้วพูดว่า "ข้อนี้คือหัวใจ เดี๋ยวเราจะพูดถึงมันอีกครั้ง" · ชี้ข้อ 3 แล้วบอกว่ามันกันเทสต์ที่ผ่านบ้างไม่ผ่านบ้าง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"ขั้นนี้ห้ามข้ามครับ — ถ้าเราไม่เปิดอ่าน เราจะตอบไม่ได้ตอน Consult ว่าใครเป็นคนทดสอบระบบเรา" · เปิดไฟล์ให้ห้องดูจริงบนจอ แล้วชี้ทีละบรรทัดว่าตรงไหนคือชื่อ ตรงไหนคือหน้าที่ ตรงไหนคือขอบเขต · บอกว่าถ้าขาด ให้พิมพ์กลับไปว่า "ในไฟล์ตั้งค่ายังไม่มี … ช่วยเพิ่มให้ด้วย"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"เมื่อกี้ /mcp บอกเราว่าเชื่อมต่อแล้ว ตรงนี้คือการยืนยันซ้ำด้วยของจริง — ถ้ามันตอบกลับมาว่าเห็นหัวข้ออะไร ปุ่มอะไร แปลว่าใช้งานได้จริงแล้ว" · ย้ำลำดับสองขั้น: พิมพ์ /mcp ดูสถานะก่อน แล้วค่อยสั่งเปิดเบราว์เซอร์ยืนยัน · บอกว่านี่คือ Checkpoint แรกที่ต้องผ่านในบ่ายนี้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"ใครยังไม่ชัดว่า Reviewer กับ Tester ต่างกันยังไง พิมพ์เลข 1 ในแชท" · ตอบก่อนพัก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"ช่วงหลังพักคือช่วงที่สนุกที่สุดของ Module นี้ อย่าหายไปนะครับ" · เตือนให้เปิด URL ของตัวเองค้างไว้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"คนส่วนใหญ่ทดสอบแต่ห้องแรก ซึ่งเป็นคนที่พังน้อยที่สุด" · บอกว่าบ่ายนี้ต้องมีอย่างน้อยแบบ 1 · 2 · 3 และถ้าระบบของคุณมีปุ่ม AI ให้มีแบบ 4 ด้วย · แบบ 5 (ข้อมูลว่าง) เป็นงานต่อยอด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อ่านทีละบรรทัดแล้วพูดว่า "นี่คือสิ่งที่ผู้ใช้จริงทำทุกวัน ถ้าเส้นนี้พัง ระบบใช้ไม่ได้เลย" · ชี้ข้อ 6 ว่าคือการตรวจว่าข้อมูลเปลี่ยนจริง ไม่ใช่หน้าจอเด้งเฉย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4–8 (รวมจุดที่ตั้งใจให้พัง) · จบแล้วกลับเข้าสไลด์หน้า 35 · พูดว่า "เส้นทางหลักของ FixIt คือชีวิตจริงของผู้ใช้ทุกวัน ถ้าเส้นนี้พัง ระบบใช้ไม่ได้เลย"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ชี้กล่องบนแล้วพูดว่า "เราไม่ต้องพิมพ์หกขั้นซ้ำ สิ่งที่เราต้องทำคืออ่านร่างที่มันเขียนมาว่าครบไหม" · ชี้บรรทัดสุดท้ายของกล่องล่าง "ประโยคนี้ทำให้รายงานที่ได้ใช้ไล่ปัญหาต่อได้ทันที ไม่ใช่คำว่า fail ลอย ๆ"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"ผู้ใช้จริงกรอกไม่ครบทุกวัน นี่ไม่ใช่กรณีพิเศษ" · ย้ำว่าเทสต์ต้องตรวจ ข้อความที่ขึ้น ด้วย ไม่ใช่ตรวจว่าไม่มีข้อมูลเพิ่มอย่างเดียว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ออกเสียงแล้วชี้บรรทัดดาว บอกว่า "ถ้าไม่เติมประโยคนี้ เทสต์จะผ่านทั้งที่ผู้ใช้ยังงงอยู่หน้าจอ" · บอกว่ารูปแบบนี้เอาไปใช้กับฟอร์มของตัวเองได้ทันที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"เทสต์ตัวนี้กลับหัวกับตัวอื่น — เราต้องการให้ระบบบอกว่าไม่ให้เข้า" · ห้องมักงงตรงนี้ ให้ทวนสองรอบ · ย้ำว่าข้อนี้ตรงกับเกณฑ์ผ่าน Module ข้อที่ว่าข้อมูลต้องไม่รั่ว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ย้ำว่าตอนแก้แผนให้พิมพ์ว่า "เทสต์นี้ผ่านเมื่อระบบไม่ยอมให้เข้า และมีข้อความบอกผู้ใช้ · ถ้าเปิดดูได้ให้รายงานว่าไม่ผ่านพร้อมบอกว่าเห็นข้อมูลอะไร" · บอกว่ารูปแบบนี้คือรูปแบบเดียวกับที่จะใช้ตอนบ่าย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อ้างกลับสัปดาห์ที่ 8 — "ตอนนั้นเราตั้งกติกา 3 อย่างของผู้ช่วย AI ไว้ หนึ่งในนั้นคือเรียกไม่สำเร็จแล้วระบบห้ามค้าง วันนี้เราให้เทสต์เป็นคนพิสูจน์ข้อนั้นแทนเรา" · บอกวิธีทำให้เรียกไม่สำเร็จแบบปลอดภัย: ใส่คีย์ผิดชั่วคราวในหน้าเว็บ แล้วค่อยใส่คีย์จริงกลับหลังเทสต์เสร็จ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 แล้วบอกว่า "เทสต์ตัวนี้กับเทสต์ความปลอดภัยเป็นญาติกัน — ทั้งคู่ทดสอบวันที่แย่ ไม่ใช่วันที่ดี" · ย้ำว่าถ้าระบบของคุณไม่มีปุ่ม AI ให้ข้ามเทสต์ตัวนี้ได้ แต่ต้องมีเทสต์ครบ 5 ตัวจากเพื่อนแทน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"นาทีนี้คือนาทีที่คนส่วนใหญ่ตัดสินใจผิด — รีบแก้โค้ดให้เทสต์เขียว แล้วระบบพังเงียบ ๆ" · บอกว่าเดี๋ยวจะให้ดูของจริงตอนสาธิต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ชี้กล่องแรก "ตรงนี้ยังไม่ต้องแก้อะไรทั้งนั้น" · หยุดค้างที่กล่องเข้มกล่องที่สอง พูดว่า "ทุกอย่างขึ้นอยู่กับกล่องนี้ เปิดเว็บกดเองด้วยมือ 30 วินาที" · แล้วชี้สองกล่องขวาทีละกล่อง "พังเหมือนกัน แปลว่าโค้ดผิด ไปแก้โค้ด · กดเองใช้ได้ปกติ แปลว่าเทสต์เขียนผิด ไปแก้เทสต์" · ย้ำว่าห้ามข้ามกล่องที่สองไปเดาเอง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"วิธีตัดสินคือเปิดเว็บกดเองด้วยมือ 30 วินาที จบ" · ย้ำว่าอย่าเดา ให้กดจริง · บอกว่าในห้องย่อยให้คนที่ไม่ได้พิมพ์เป็นคนกดทดสอบด้วยมือ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"เทสต์มีไว้จับปัญหา ไม่ได้มีไว้ให้ผ่าน" · เล่าว่าการลบเทสต์ที่ fail ทิ้งคือการปิดตาตัวเอง · บอกว่าถ้าเจอเทสต์ที่ fail แล้วยังแก้ไม่ทัน ให้เขียนลงบันทึกสิ่งที่ยังไม่เสร็จ ไม่ใช่ลบทิ้ง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"ถ้าเจออาการนี้ ถือว่าปกติมาก ทุกคนที่ทำเทสต์เจอ" · ย้ำว่าอย่าไปนั่งรันซ้ำหวังว่ามันจะหาย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ให้แต่ละคนพิมพ์ 🟢🟡🔴 ลงแชท · จดชื่อคนที่พิมพ์ 🔴 ไว้ให้ TA ตามในคาบบ่ายทันทีที่เปิด breakout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ลดความกดดันก่อนเข้าเนื้อหา — "ช่วงนี้ไม่มีการนำเสนอหน้าห้องนะครับ เราจะคุยกันว่า Sprint Review คืออะไร แล้วคุณจะสรุป Sprint ของตัวเองอย่างไร" · บอกว่าของจริงคือรายงานผลการทดสอบกับ Consult รายคน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"ถ้าจบ Sprint แล้วไม่มีอะไรเข้า Backlog รอบหน้าเลย แปลว่าเรายังไม่ได้มองงานตัวเองจริง" · บอกว่าวันนี้ feedback มาจากเทสต์ที่ยัง fail จาก Reviewer และจาก Consult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"สัปดาห์นี้ไม่มีการนำเสนอหน้าห้องนะครับ เวลาที่ได้คืนมา ผมยกให้คุณทำระบบของตัวเองในคาบ ตอนที่ผมกับ TA ยังอยู่ช่วยได้" · ย้ำว่าใครยังขาดของส่งมอบข้อไหน บ่ายนี้คือโอกาสที่ดีที่สุด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ย้ำให้ชัดเพราะทุกรุ่นมีคนเข้าใจผิด · บอกว่าถ้าหัวข้อของคุณยังไม่เสร็จ ให้ส่งผลทดสอบเท่าที่มีจริง ไม่ต้องแต่ง — ข้อที่ยังไม่ผ่านให้เขียนไว้ในรายงานตรง ๆ แล้วบอกว่าอยู่ใน Backlog Sprint 2 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"ข้อนี้ผมพูดล่วงหน้าตั้งแต่เช้า เพราะมันแก้ตอนบ่ายไม่ทัน" · แนะให้เปิด CLAUDE.md อ่านทบทวน และสั่ง Claude ว่า "แสดงประวัติการปักหมุดของผมทั้งหมดให้ดูหน่อย" อ่านทบทวนก่อนเข้า Consult · เชื่อมกับกติกา commit ในชื่อตัวเอง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 4 คือข้อที่คนอยากตัดทิ้งที่สุด และเป็นข้อที่ผมอ่านก่อนเพื่อน — รายงานที่ไม่มีข้อพลาดเลย ผมจะถามว่าเทสต์ครบจริงไหม" · บอกว่าสั่งให้ AI เขียนไฟล์นี้ให้ แล้วเราเปิดอ่านตรวจว่าครบ 4 ข้อไหม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"การตอบว่ายังไม่ทราบแล้วจดไว้ ได้คะแนนมากกว่าการเดา" · บอกว่าคิว Consult อาทิตย์ 20 และพุธ 23 ก.ย. จองเองได้ที่ https://raise2-58508.web.app ช่องละ 30 นาที ใครจองก่อนได้ก่อน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"ผมประกาศเกณฑ์นี้ล่วงหน้าเพราะอยากให้ทุกคนเตรียมถูกจุด" · บอกว่าคนที่พังเยอะแล้วเล่าได้ว่าแก้อย่างไร คือคนที่เรียนรู้มากที่สุด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"เทสต์ไม่ผ่านไม่หักคะแนนครับ แต่การเขียนรายงานว่าผ่านทั้งที่ไม่ผ่าน หักหนัก เพราะรายงานคือสิ่งที่ผมใช้ตัดสินใจแทนการดูหน้าจอคุณ" · นี่คือประโยคที่ควรพูดจริง ๆ ในห้อง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"สิ่งที่ไม่ได้จดภายในหนึ่งนาที จะหายไปเสมอ" · แหล่ง feedback มี 3 ทาง — เทสต์ที่ยัง fail · สิ่งที่ Reviewer บอก · สิ่งที่ผู้สอนถามใน Consult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"สามบรรทัดนี้เขียนได้ภายใน 2 นาที และมันคือ Backlog Sprint 2 ฉบับย่อ" · บอกว่าให้เก็บสามบรรทัดนี้เป็นไฟล์ BACKLOG.md ใน repo · ประกาศกำหนดส่ง: ใบงานที่ 4 ภายในจันทร์ 21 ก.ย. · การบ้านที่ 4 ปิด Module ภายในอังคาร 22 ก.ย. ส่ง URL repo ลิงก์เดียวเท่านั้น ไม่ต้องแนบไฟล์ · URL ระบบและลิงก์ไฟล์ docs/TEST-REPORT.md ให้เขียนไว้บนสุดของ README.md ในrepo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9 · จบแล้วกลับเข้าสไลด์หน้า 62 · พูดว่า "feedback ที่ไม่ได้จดภายในหนึ่งนาทีจะหายไปเสมอครับ ผมจะทำให้ดูว่าจดยังไงให้เอาไปทำต่อได้จริง"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ชี้ฝั่งซ้ายแล้วพูดว่า "ฝั่งซ้ายคือคำพูดของผู้ใช้ ฝั่งขวาคืองานที่ทำได้จริง — การแปลงนี้คือทักษะของช่วงนี้" · ชี้บรรทัดกลางแล้วบอกว่า "อันนี้เป็นเรื่องของ Module 3 เราจดไว้ ไม่ได้ทำวันนี้" · ชี้บรรทัดสุดท้าย — "ข้อนี้ไม่ได้มาจาก feedback แต่มาจากการบ้านที่เราค้างไว้เองตั้งแต่สัปดาห์ที่ 8 ตอนเปิดดูคีย์ตัวเองในเว็บ — Backlog รับได้ทั้งสองแบบ"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ให้ทุกคนพิมพ์ลงแชทเดี๋ยวนี้ว่าเทสต์ความปลอดภัยของระบบตัวเองคือเทสต์อะไร 30 วินาที · อ่านออกเสียง 3–4 คำตอบให้ห้องฟัง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 — "สี่สิบห้านาทีสุดท้ายนี้ไม่ใช่การสรุปสวย ๆ นะครับ เราจะไล่ทีละรายการว่าของที่ต้องส่งครบหรือยัง" · ให้ทุกคนเปิดโฟลเดอร์โครงงานของตัวเองค้างไว้ข้างจอ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อ่านทั้งห้าข้อช้า ๆ แล้วพูดว่า "ห้าข้อนี้คือสิ่งที่ Module 3 จะหยิบไปใช้ต่อวันแรก ขาดข้อไหนคือเริ่มช้าไปหนึ่งสัปดาห์" · บอกว่าเราจะไล่ทีละข้อในสไลด์ถัดไป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"URL ที่เปิดได้เฉพาะบนเครื่องตัวเอง ยังไม่นับว่าออนไลน์" · ให้จับคู่กันสลับกันเปิด URL ของเพื่อนเดี๋ยวนี้ 1 นาที แล้วรายงานในแชท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"ข้อนี้เป็นเกณฑ์รายคน" · ให้ทุกคนเปิดหน้าประวัติ commit ของ repo ตัวเองเดี๋ยวนี้ แล้วดูว่ามีชื่อตัวเองจริงไหม · ใครยังไม่มี ให้แก้ตั้งแต่บ่ายนี้ อย่ารอถึงศุกร์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"บางคนดูคนนำจอทำแล้วไม่ได้ทำเอง มันเลยกลายเป็นแบบนี้ ไม่ใช่ความผิดใคร แต่ต้องแก้วันนี้" · บอกว่า TA จะเดินตรวจหน้าประวัติ commit ของทุกคนในช่วง 15:35 ตามที่นัดไว้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ย้ำประโยคสุดท้ายเป็นครั้งที่สองของวัน · พูดว่า "เทสต์ที่ fail และเราจดไว้ มีค่ามากกว่าเทสต์ที่เราลบทิ้งเพื่อให้รายงานสวย"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"ถ้าเขียนว่า ปรับ UI ให้ดีขึ้น Module 3 หยิบไปทำต่อไม่ได้ ต้องเขียนว่า ทำให้ปุ่มบันทึกอยู่ในจอบนมือถือ" · ให้เขียนอย่างน้อย 5 ข้อ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"ผมรู้ว่าหลายคนอยากทำหน้าสรุปหรือกราฟตั้งแต่วันนี้ ขอให้เก็บไว้ก่อน เพราะ Module 3 สอนเรื่องนี้ทั้ง Module และจะทำได้ดีกว่ามาก" · ย้ำว่าจดลง Backlog ถือว่าไม่เสียของ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"เขียนสามหัวข้อนี้ ครึ่งหน้ากระดาษพอ" · ย้ำว่า "ข้อ 5 ไม่ใช่การสารภาพผิด — คนที่รู้ว่าตัวเองทำลวกตรงไหน คือคนที่ควบคุมงานอยู่" · บอกว่าไฟล์นี้ทำให้ผู้สอน Module 3 ช่วยได้ตรงจุดตั้งแต่วันแรก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"หลายคนคิดว่าระบบตัวเองเกือบครบแล้ว พอไล่จริงมักเจอว่าขาดสองสามข้อ" · ย้ำว่าไล่วันนี้เพื่อ จดไว้ ไม่ใช่เพื่อรีบทำให้เสร็จตอนบ่าย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10 · จบแล้วกลับเข้าสไลด์หน้า 75 · พูดว่า "ผมคิดมาตลอดว่า FixIt ของผมเกือบครบแล้ว เดี๋ยวมาไล่กันทีละบรรทัดต่อหน้าทุกคน ว่าจริงไหม"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 ⚠️ และ ❌ แล้วพูดว่า "สองบรรทัดนี้ของ FixIt ผมไม่ได้ทำวันนี้ครับ ผมจดลง Backlog Sprint 2" · ให้ทำตารางแบบนี้ของตัวเองตอนบ่าย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ให้ทุกคนพิมพ์ลงแชทว่าตอนนี้ขาดของส่งมอบข้อไหนบ้าง เป็นตัวเลข เช่น "ขาดข้อ 3 กับ 5" · TA จดไว้ใช้จัดคิว Consult วันอาทิตย์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ปิดคาบเช้าด้วยการชี้เป้าบ่ายให้ชัด — "บ่ายนี้ครึ่งแรกทำเทสต์ให้ผ่าน ครึ่งหลังทำรายงานผลทดสอบแล้วยกไปใส่หัวข้อของตัวเอง" · ย้ำให้กินข้าวจริง ๆ และให้เปิดใบงานอ่านตอนพักเที่ยง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 1 นาทีเต็ม แล้วพูดว่า "ช่องขวาสุดคือของคุณ และมีแต่พวกคุณที่เติมได้" · ให้แต่ละคนพิมพ์คำตอบช่องขวาสุดแถวแรกลงแชท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"โครงเดียวกัน เปลี่ยนชื่อเรื่อง" · ย้ำว่าบ่ายนี้ทำเทสต์กับ LeaveEasy ก่อน แล้วยกวิธีเดียวกันไปใส่หัวข้อของตัวเอง · ให้ถ่ายรูปสไลด์นี้เก็บไว้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 "ใบงานวันนี้ออกแบบให้เสร็จใน 2 ชั่วโมง เวลาที่เหลือคือเวลาสำรอง ไม่มีงานต่อยอดให้ทำเพิ่ม" · ย้ำว่า "ถ้าเวลาไม่พอ ให้ถึง Checkpoint 2 เป็นอย่างน้อย ที่เหลือทำต่อในการบ้านและ Consult ได้" · บอกว่าใบงานแจกไว้แล้วตั้งแต่เช้า และมีคลิปสอนสั้นของผู้สอนประกอบทุก Checkpoint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ให้ทุกคนพิมพ์คำตอบลงแชท 1 บรรทัดก่อนออกจากห้อง · อ่านออกเสียง 3–4 คำตอบให้ห้องฟัง แล้วปิดคาบ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Sprint 1 Review — ให้ AI ทดสอบแทนเรา แล้วเตรียมส่งมอบ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9 · สัปดาห์ปิด Module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19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เปิดคาบ — สัปดาห์ปิด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วันนี้เราเดินกัน 3 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ช่วงที่ 1 · 1 ชม. 20 นาที — Tester + Playwright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🎤 ช่วงที่ 2 · 40 นาที — Sprint 1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ช่วงที่ 3 · 35 นาที — เตรียมส่งมอบให้ Module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☕ พัก 10 นาที ประมาณ 09:50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นาฬิกาของเช้านี้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– 09:10   เปิดคาบ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09:10 – 09:50   🧪 ช่วงที่ 1A  Tester + Playwright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09:50 – 10:00   ☕ พัก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10:00 – 10:40   🧪 ช่วงที่ 1B  เขียนเทสต์ และอ่านผล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10:40 – 11:20   🎤 ช่วงที่ 2   Sprint 1 Review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11:20 – 12:00   📦 ช่วงที่ 3   เตรียมส่งมอบ + ปิดคาบ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แผนที่ของวันนี้ — 3 ขั้นตามลำดับ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ให้ AI 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สรุปผลเป็นรายงาน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เก็บของส่งมอบ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ทวนวิธีสั่ง AI ที่เราใช้ทุกสัปดาห์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นี้เราเดินมาถึงไหนแล้ว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6 — ระบบมีความจำ อ่านข้อมูลจากฐานจริง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7 — CRUD ครบ ล็อกอินได้ ขึ้นออนไลน์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— ปิดข้อมูลรายห้อง มีผู้ช่วย AI มี Reviewer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9 — พิสูจน์ว่าใช้ได้จริง + ส่งมอบ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สิ่งที่ต้องมีตอนจบวันนี้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ชุดทดสอบ Playwright ที่รันแล้วผ่าน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📊 รายงานผลการทดสอบ ที่ AI สรุปจากผลรันจริง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📋 Backlog Sprint 2 ที่มาจาก feedback 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📦 ของส่งมอบ 5 รายการให้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ก่อนปิด Module — ไล่ Feature List อีกครั้ง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ที่เขียนไว้ตั้งแต่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ไล่ทีละบรรทัดว่า ยังขาดอะไรถึงจะเรียกว่า MVP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ที่ขาด → เก็บระหว่างสัปดาห์ ไม่ใช่ในคาบวันนี้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ที่เก็บไม่ทัน → เขียนลง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วันนี้ไม่ใช่วันเริ่มฟีเจอร์ใหม่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🧪 ช่วงที่ 1 — ให้ AI ทดสอบระบบแทนเรา · 1 ชม. 20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ทำไมต้องทดสอบอัตโนมัติ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ทุกครั้งที่แก้อะไร ควรไล่กดใหม่ทั้งระบบ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ระบบมีหลายหน้า หลายเส้นทาง — กดเองทุกรอบไม่ไหว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บั๊กที่หลุดถึงผู้ใช้ แพงกว่าบั๊กที่เจอในเครื่องเรา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ให้หุ่นยนต์กดแทน แล้วเราไปทำอย่างอื่น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สัปดาห์ที่แล้วเรามี 🔍 Reviewer 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เราตั้ง Reviewer ให้อ่านโค้ดแล้วรายงาน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Reviewer เห็นโค้ด แต่ไม่เคยกดปุ่มในเว็บของเราเลย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รายงานที่บอกว่าผ่าน ไม่ใช่ใบรับประกัน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สัปดาห์นี้เราเติมอีกตัว — 🧪 Tester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🔍 อ่านโค้ด ≠ 🧪 ใช้งานจริง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🔍 Reviewer (สัปดาห์ที่ 8)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อ่านโค้ด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เดาว่าตรงไหนเสี่ยง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ไม่ได้กดจริง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🧪 Tester (สัปดาห์นี้)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เปิดเบราว์เซอร์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กดใช้จริง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บอกว่าพังจริงไหม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Sub-Agent แปลว่าอะไร — ทวน 1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= ผู้ช่วย AI อีกตัวที่มีหน้าที่เฉพาะ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ตั้งหน้าที่ และตั้งขอบเขตให้มัน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ตั้งค่าด้วยไฟล์ที่วางไว้ในโฟลเดอร์โครงงาน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เราไม่พิมพ์ไฟล์นี้เอง — สั่ง Claude สร้างให้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ทำไมการมี context แยกกันถึงได้ผล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Context = "ความจำ" ของ AI ในหนึ่งบทสนทนา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ตัวที่เขียนโค้ด มีเหตุผลของตัวเองค้างอยู่ในความจำ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sub-agent เริ่มด้วยความจำเปล่า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จึงเจอสิ่งที่ตัวเขียนมองข้าม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MCP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MCP = ช่องทางให้ AI ใช้เครื่องมือภายนอกได้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ปกติ AI พิมพ์ข้อความและแก้ไฟล์ได้เท่านั้น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MCP แล้ว AI หยิบเครื่องมืออื่นมาใช้ได้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เปรียบเทียบ: เหมือนต่อมือให้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Playwright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= หุ่นยนต์ที่กดใช้เว็บแทนคน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เปิดเบราว์เซอร์จริง · พิมพ์จริง · กดปุ่มจริง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แล้วบอกกลับมาว่าเห็นอะไรบนหน้าจอ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MCP = ต่อหุ่นยนต์ตัวนี้เข้ากับ 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ภาพรวมของสิ่งที่กำลังจะเกิดขึ้น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เรา  ──สั่งเป็นภาษาไทย──►  Claude Code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 ผ่าน MCP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🤖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🌐 เบราว์เซอร์จริง เปิด FixIt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กรอกฟอร์ม · กดปุ่ม · อ่านหน้าจอ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│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       ▼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✅ ผ่าน / ❌ ไม่ผ่าน  ส่งกลับมาให้เราอ่าน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เช็ก /mcp แล้วตั้ง Tester ตัวแรก ⏱ 18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/mcp เช็กว่า Playwright เชื่อมต่อจริงไหม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สร้างไฟล์ตั้งค่า Tester 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เปิดไฟล์อ่านเอง ก่อนสั่งให้เริ่มทดสอบ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เบราว์เซอร์เปิดขึ้นเองโดยไม่มีใครแตะเมาส์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ก่อนอื่น — พิมพ์ /mcp ดูสถานะ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พิมพ์ในหน้าต่าง Claude Code แล้วกด 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4690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จะเห็นรายชื่อ MCP server พร้อมสถานะของแต่ละตัว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209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ตอบตรง ๆ ว่าตอนนี้เชื่อมติดหรือยัง ไม่ต้องเดา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/mcp บอกอะไรได้บ้าง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สิ่งที่เห็นบนจอ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ไม่มี server เลยสักตัว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ยังไม่ได้ติดตั้ง ต้องกลับไปตั้งค่า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เชื่อมต่อแล้ว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พร้อมใช้งาน ไปทดสอบต่อได้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ต้องยืนยันตัวตนก่อน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นั้นแล้วทำตามที่ขึ้น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แล้วสั่งเชื่อมใหม่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รอการอนุมัติ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อนุมัติให้ใช้งาน server นั้นก่อน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คำสั่งเปลี่ยนได้ตามเวอร์ชัน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คำสั่งของ Claude Code เปลี่ยนได้ตามเวอร์ชัน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พิมพ์แล้วไม่ได้ผล ให้พิมพ์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จะเห็นรายการคำสั่งที่ใช้ได้จริงในเครื่องคุณ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นี่คือเหตุผลที่เราสั่ง Claude ให้สร้าง sub-agent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ยังไม่มี Playwright — สั่งติดตั้งด้วยประโยคเดียว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ช่วยติดตั้ง Playwright ในโปรเจกต์นี้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แล้วเชื่อม Playwright MCP เข้ากับ Claude Code ให้ผมด้วย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ทำทีละขั้น เสร็จข้อไหนบอกผมก่อน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239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ติดตั้งเสร็จให้ ปิด Claude Code แล้วเปิดใหม่ 1 ครั้ง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391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แล้วพิมพ์ /mcp ซ้ำ — ต้องขึ้นว่า เชื่อมต่อแล้ว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/mcp แล้วยังเชื่อมไม่ติด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server เลย → ยังไม่ได้ติดตั้ง ใช้ prompt หน้าที่แล้ว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เชื่อมต่อไม่สำเร็จ → เลือก server แล้วสั่งเชื่อมใหม่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 Claude Code แล้วเปิดใหม่ 1 ครั้ง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ยังไม่ได้ → ใช้ไฟล์ตั้งค่าสำเร็จรูปที่ผู้สอนแจก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🧪 Tester sub-agent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ตั้งเหมือน Reviewer สัปดาห์ที่แล้ว แต่หน้าที่ต่างกัน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 URL ของระบบ และ บัญชีทดสอบ 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ต้องบอกว่าให้ทดสอบตาม Acceptance Criteria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ห้ามแก้โค้ดของระบบเพื่อให้เทสต์ผ่าน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ตั้ง sub-agent ด้วยการสั่ง Claude — 3 จังหวะ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สั่งให้สร้าง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เปิดไฟล์อ่าน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สั่งให้เริ่มทดสอบ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ตั้งค่า Tester — อันนี้ยาวได้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466343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466343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บัญชีและกติกา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4005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ตั้ง sub-agent ชื่อ tester ให้ FixIt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หน้าที่: ใช้ Playwright MCP เปิดเบราว์เซอร์จริงแล้วทดสอบแทนคน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ข้อมูลที่ใช้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URL ของระบบ: &lt;ใส่ URL จริงของ FixIt&gt;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บัญชีทดสอบผู้แจ้ง: somchai.test@example.com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บัญชีทดสอบช่างซ่อม: somying.test@example.com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บัญชีทดสอบผู้ดูแล: somsri.test@example.com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กติกา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ทดสอบตาม Acceptance Criteria ในไฟล์ spec เท่านั้น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เทสต์หนึ่งตัวทดสอบเรื่องเดียว ตั้งชื่อเป็นภาษาไทย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รอจนกว่าองค์ประกอบที่ต้องการจะขึ้นจริง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  ห้ามใช้การรอแบบนับเวลาเฉย ๆ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ห้ามแก้ไขโค้ดของระบบเพื่อให้เทสต์ผ่านเด็ดขาด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รายงานผลเป็นภาษาไทย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เปิดไฟล์ที่ Claude 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สร้างไฟล์ตั้งค่าให้แล้ววางไว้ในโฟลเดอร์โครงงาน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เปิดไฟล์นั้นอ่านก่อน อย่าเพิ่งสั่งให้ทดสอบ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 URL และบัญชีทดสอบ ถูกต้องไหม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ดูว่ามีบรรทัด "ห้ามแก้ไขโค้ดของระบบ" อยู่จริงไหม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ขาดอะไร พิมพ์บอกให้เพิ่มเข้าไป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ยืนยันซ้ำ — ให้ AI เปิดหน้าแรกจริง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เปิดหน้าแรกของ FixIt แล้วบอกว่าเห็นอะไรบนจอ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ยังไม่ต้องเขียนเทสต์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🔁 ทวน — ถึงตรงนี้เราได้อะไรมาแล้ว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MCP คือช่องทางให้ AI ใช้เครื่องมือภายนอก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บอกได้ว่าเชื่อมติดหรือยัง ไม่ต้องเดา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🧪 Tester ได้ และเปิดไฟล์ตั้งค่าอ่านแล้ว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เปิดเบราว์เซอร์จริงได้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กลับมาเวลา 10:00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กลับมาแล้วเราจะให้ AI กดใช้ระบบตั้งแต่ต้นจนจบ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ทดสอบอะไรบ้าง — 5 แบบ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🟢 เส้นทางหลัก — ผู้ใช้ทำสำเร็จตั้งแต่ต้นจนจบ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🟠 กรอกไม่ครบ / กรอกผิดรูปแบบ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🔒 ความปลอดภัย — เปิดของคนอื่นต้องไม่ได้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ปุ่ม AI — เรียกไม่สำเร็จแล้วระบบต้องไม่ค้าง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ข้อมูลว่าง — ไม่มีข้อมูลเลยหน้าจอต้องไม่พัง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เส้นทางหลักของ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ล็อกอินเป็นผู้แจ้ง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แจ้งซ่อมใหม่ → กรอกหัวข้อ รายละเอียด หมวดหมู่ → บันทึก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ล็อกอินเป็นผู้ดูแล → มอบหมายช่างให้ใบแจ้งนั้น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4. ล็อกอินเป็นช่าง → อัปเดตสถานะเป็น "กำลังซ่อม"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5. ช่างปิดงาน → สถานะเปลี่ยนเป็น "เสร็จสิ้น"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6. เปิดรายการอีกครั้ง → สถานะที่เห็นต้องเป็น "เสร็จสิ้น"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เทสต์กดใช้จริง แล้วเจอ fail สด ⏱ 31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เดินเส้นทางหลัก 6 ขั้น ให้เบราว์เซอร์กดเองครบ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เทสต์กรอกไม่ครบ และเทสต์ความปลอดภัยที่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จงใจเขียนเทสต์ผิด แล้วไล่หาสาเหตุสด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กดเองด้วยมือก่อนตัดสินว่าโค้ดผิดหรือเทสต์ผิด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สั่งเขียนเทสต์เส้นทางหลัก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วางแผนเทสต์เส้นทางหลักของ FixIt 6 ขั้นตามสไลด์ที่แล้ว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ร่างรายการเทสต์ให้ผมดูก่อน ยังไม่ต้องรัน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36392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136392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191256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และ 4 — แก้แผนแล้วลงมือ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20440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เพิ่มข้อตรวจว่าเปิดรายการอีกครั้งแล้วสถานะเป็น เสร็จสิ้น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รันได้ ไม่ผ่านตรงไหนบอกว่าเห็นอะไรแทน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🟠 เทสต์กรณีกรอกไม่ครบ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ปล่อยช่องบังคับว่างไว้ แล้วกดบันทึก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ระบบต้องไม่บันทึก และต้องขึ้นข้อความบอกว่าผิดตรงไหน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ตรวจสองอย่าง: ไม่บันทึก และ มีข้อความภาษาไทย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หน้าจอที่เงียบเฉย ๆ ถือว่าไม่ผ่าน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เทสต์กรอกไม่ครบ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วางแผนเทสต์ว่ากดบันทึกโดยไม่กรอกหัวข้อแล้วบันทึกไม่ได้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"ต้องเห็นข้อความเตือนภาษาไทยด้วย"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🔒 เทสต์ความปลอดภัย — ตัวที่ "ต้องเข้าไม่ได้"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ล็อกอินเป็นสมชาย แล้วพยายามเปิดใบแจ้งของสมหญิง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ระบบต้องปฏิเสธ จึงจะถือว่าเทสต์ตัวนี้ผ่าน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ถ้าเปิดได้ = เทสต์ไม่ผ่าน = ข้อมูลรั่วจริง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ต่อยอดจากกฎเฝ้าข้อมูลที่ตั้งไว้สัปดาห์ที่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เทสต์ความปลอดภัย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วางแผนเทสต์ว่าสมชายเปิดใบแจ้งของสมหญิงไม่ได้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ต้องบอกว่า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🤖 เทสต์ปุ่ม AI — เรียกไม่สำเร็จแล้วต้องไม่ค้าง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ระบบเรามีผู้ช่วย AIแล้ว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ผู้ช่วย AI เรียกบริการภายนอก ซึ่งล่มได้ทุกเมื่อ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เทสต์: เรียกไม่สำเร็จ → ระบบต้องใช้งานต่อได้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ต้องเห็นข้อความภาษาไทย ไม่ใช่หน้าจอค้าง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เทสต์ปุ่ม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วางแผนเทสต์ว่าถ้าเรียก AI ไม่สำเร็จ ระบบต้องไม่ค้าง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"ต้องเห็นข้อความภาษาไทย และปุ่มอื่นยังกดได้"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— โค้ดผิด หรือเทสต์เขียนผิด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เจอ fail แล้ว อย่าเพิ่งแก้อะไรทั้งนั้น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อ่านก่อนว่ามันคาดว่าจะเห็นอะไร และเห็นอะไรจริง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แล้วจึงตัดสินว่า โค้ดผิด หรือ เทสต์เขียนผิด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 fail แล้วทำอย่างไรต่อ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เทสต์ fail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กดเองแล้วพังไหม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พังจริง = โค้ดผิด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ไม่พัง = 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วิธีแยกสองอย่างนี้ออกจากกัน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อาการ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มักแปลว่า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กดเองแล้วก็พังเหมือนกัน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โค้ดผิด — ไปแก้โค้ด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กดเองใช้ได้ปกติ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เทสต์เขียนผิด — ไปแก้เทสต์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ห้ามแก้โค้ดเพื่อให้เทสต์ผ่าน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เทสต์ผ่านบ้างไม่ผ่านบ้างแบบสุ่ม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อาการ: รันรอบนี้ผ่าน รอบหน้าไม่ผ่าน โดยไม่ได้แก้อะไร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สาเหตุที่พบบ่อยที่สุด: หน้าเว็บโหลดไม่ทัน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ทางแก้: ให้ AI รอจนกว่าองค์ประกอบที่ต้องการจะขึ้นจริง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💬 "ให้เทสต์รอจนกว่าปุ่มบันทึกจะขึ้นบนหน้าจอก่อนจึงกด"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ที่ขึ้นว่า Playwright เชื่อมต่อแล้ว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ไฟล์ตั้งค่า Tester ที่เปิดอ่านแล้ว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เทสต์เส้นทางหลักที่รันแล้วเห็นผล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เทสต์ความปลอดภัยที่ "เข้าไม่ได้ = ผ่าน"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เทสต์ปุ่ม AI ที่ "ไม่ค้าง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🎤 ช่วงที่ 2 — Sprint 1 Review · 40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Sprint Review ไม่ใช่การอวดผลงาน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คือการเอาของจริงไปให้คนใช้ดู แล้วรับความจริงกลับมา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เป้าหมายคือ feedback ไม่ใช่เสียงปรบมือ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คนที่ได้ feedback แรง ๆ คือคนที่ได้ประโยชน์มากที่สุด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(ต่อยอดจาก Agile ที่เรียนไว้ Module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บ่ายนี้เกิดอะไรขึ้น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13:00 – 14:20  🧪 ตั้ง Tester +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แล้วเขียนเทสต์ให้ผ่าน 5 ตัว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14:15 – 15:05  📦 เก็บของส่งมอบ + รายงานผลทดสอบ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15:00 – 15:45  🏠 ยกทุกอย่างไปใส่หัวข้อของตัวเอง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ผู้สอนและ TA เดินช่วยรายคน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📊 ของส่งมอบต้องเป็นหัวข้อของตัวเอง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ไม่ใช่ FixIt และไม่ใช่ LeaveEasy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กับ LeaveEasy เป็นตัวอย่างสำหรับฝึก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สิ่งที่ส่งคือระบบของคุณ และรายงานของระบบคุณ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คุณต้องอธิบายระบบตัวเองได้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ผู้สอนจะถามใน Consult รายคน ว่าคุณสั่งอะไรไป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ข้อนี้เป็นเกณฑ์ผ่าน ไม่ใช่คะแนนเสริม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อธิบายไม่ได้ = ยังไม่ผ่าน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แม้ระบบของคุณจะทำงานได้ครบก็ตาม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📊 รายงานผลทดสอบต้องมีอะไร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เทสต์แต่ละตัวทดสอบอะไร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ผ่านหรือไม่ผ่าน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รันเมื่อไร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ข้อที่ไม่ผ่าน ติดตรงไหน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Consult รายคน — ผู้สอนจะถามอะไร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เปิดระบบของคุณสาธิตสดให้ดู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"ส่วนนี้คุณสั่ง AI ว่าอย่างไร"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"ทำไมถึงเลือกทำแบบนี้"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ตอบไม่ได้ ให้พูดว่า "ยังไม่ทราบ จะไปหาคำตอบมา"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สิ่งที่ผู้สอนดูใน Consult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ไม่ใช่ระบบที่สวยที่สุด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ไม่ใช่คนที่ทำฟีเจอร์เยอะที่สุด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ข้อมูลไม่รั่ว และเทสต์ผ่านจริง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และคุณเล่าเส้นทางแก้ปัญหาของตัวเองได้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🆘 ถ้าเทสต์ยังไม่ผ่านตอนจะส่ง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ส่งรายงานตามผลจริง ข้อไหนไม่ผ่านเขียนว่าไม่ผ่าน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แล้วจดข้อนั้นลง Backlog Sprint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ห้ามแก้รายงานให้สวยกว่าผลจริง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feedback →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= รายการงานที่รอทำรอบหน้า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ทุกอย่างที่ยังไม่เสร็จ ต้องจดลง Backlog ทันที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จดเป็นประโยคที่ทำได้ ไม่ใช่ความรู้สึก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Backlog นี้คือของส่งมอบให้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ตรวจตัวเองก่อนส่ง — 3 ช่อง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ระบบของผม/ดิฉัน: ______________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อะไรทำงานแล้ว 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อะไรยังไม่เสร็จ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รอบหน้าจะทำอะไร → ................................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แปลง feedback เป็น Backlog สด ๆ ⏱ 4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แปลงคำพูดของคนฟัง เป็นประโยคที่ลงมือทำได้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พิมพ์ลง backlog-sprint2.md สด ทีละบรรทัด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ข้อที่ค้างจากสัปดาห์ที่ 8 ก็จดลง Backlog ได้เหมือนกัน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ตัวอย่าง: feedback ของ FixIt → Backlog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feedback ที่ได้                      →  ข้อใน Backlog Sprint 2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  ────────────────────────────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"ไม่รู้ว่าช่างรับงานหรือยัง"          →  แจ้งเตือนผู้แจ้งเมื่อมอบหมายช่าง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"อยากเห็นสรุปว่าเดือนนี้ซ่อมกี่งาน"   →  ทำหน้าสรุป (ยกไป Module 3)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คีย์ AI ยังอยู่ในหน้าเว็บ (ค้างจาก ส.8) →  เปลี่ยนไปใช้ตัวกลางเก็บคีย์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รู้ว่ารายงานผลทดสอบต้องมีครบ 4 ข้อ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รู้ว่าเทสต์ไม่ผ่านแล้วต้องเขียนรายงานอย่างไร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 Backlog Sprint 2 ที่เปิดรอจดไว้แล้ว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📦 ช่วงที่ 3 — เตรียมส่งมอบให้ Module 3 · 35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ของส่งมอบ 5 รายการ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URL ระบบที่ deploy ออนไลน์ใช้งานได้จริง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GitHub repo + CLAUDE.md + commit ของทุกคน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ชุดทดสอบ Playwright ที่ผ่าน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Backlog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5️⃣ บันทึกสิ่งที่ยังไม่เสร็จ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1️⃣ URL — ต้องเปิดจากเครื่องคนอื่นได้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เปิดจากมือถือที่ไม่ได้ต่อ Wi-Fi เดียวกัน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ให้เพื่อนเพื่อนลองเปิด แล้วบอกว่าเห็นอะไร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ต้องเก็บข้อมูลลง Firestore ได้จริง ไม่ใช่ข้อมูลปลอม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🆘 เปิดไม่ได้ → กลับไปที่ขั้นตอน deploy สัปดาห์ที่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2️⃣ repo — และ 👤 commit ของทุกคน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 repo ต้องมี CLAUDE.md ที่ตรงกับระบบจริง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ทุกคนต้องมี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คนที่ไม่มี commit เลย ถือว่ายังไม่ผ่าน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ตรวจได้จากหน้าประวัติของ repo บน GitHub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ยังมีคนไม่มี commit ทำอย่างไร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ให้คนนั้นเป็นคนนำจอในช่วงถัดไปทันที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ทำงานจริง 1 ก้อน แล้ว commit ในชื่อตัวเอง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ห้ามให้คนอื่น commit แทนแล้วใส่ชื่อให้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ปัญหานี้แก้บ่ายนี้ได้ แต่แก้วันศุกร์ไม่ทัน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3️⃣ ชุดทดสอบ Playwright ที่ผ่าน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เทสต์อยู่ใน repo ไม่ใช่อยู่ในหน้าจอที่เพิ่งรันอย่างเดียว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ต้องรันแล้วผ่าน ณ วันที่ส่ง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เทสต์ที่ยัง fail → เขียนลงข้อ 5 อย่าลบทิ้ง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ห้ามแก้โค้ดระบบเพื่อให้เทสต์ผ่าน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4️⃣ Backlog Sprint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มาจาก feedback จริงในบ่ายนี้ ไม่ใช่คิดเอง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เขียนเป็นประโยคที่ทำได้ ไม่ใช่ความรู้สึก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เรียงลำดับว่าอันไหนควรทำก่อน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ต้องมีข้อค้างจาก ส.8: เปลี่ยนคีย์ AI ไปใช้ตัวกลาง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นี่คือจุดเริ่มของ Module 3 ในวันแรก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📌 Module 3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3 = AI-Integrated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Data Analytics · หน้าสรุป · กราฟ · AI ขั้นลึกกว่านี้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อยากทำหน้าสรุป หรือต่อยอดผู้ช่วย AI → ใส่ Backlog Sprint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ไม่ใช่ทำในสัปดาห์นี้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5️⃣ บันทึกสิ่งที่ยังไม่เสร็จ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409651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บันทึกส่งต่อ Module 3 — &lt;ชื่อหัวข้อของคุณ&gt;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เสร็จแล้ว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แจ้งเรื่อง / มอบหมาย / อัปเดตสถานะ /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ล็อกอิน · กฎเฝ้าข้อมูล · เทสต์เส้นทางหลัก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ยังไม่เสร็จ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แจ้งเตือนทางอีเมลเมื่อมอบหมายผู้รับผิดชอบ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▸ รู้ตัวว่าทำลวกไว้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หน้ารายการยังโหลดข้อมูลทั้งหมดทีเดียว ถ้าข้อมูลเยอะจะช้า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- ยังไม่มีเทสต์ของหน้าจัดการประเภท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ไล่ Feature List ครั้งสุดท้าย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Feature List จาก Module 1 ขึ้นมาอีกครั้ง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✅ มีแล้ว / ❌ ยังไม่มี / ⚠️ มีแต่ยังไม่ครบ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กับ ⚠️ ทุกข้อ → ลง Backlog Sprint 2 หรือข้อ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ทำเป็นตารางลงไฟล์ ไม่ใช่จำในหัว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ไล่ Feature List แล้วเขียนบันทึกส่งต่อ ⏱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ไล่ Feature List ทีละบรรทัด ต่อหน้าทุกคน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ทำเครื่องหมาย ✅ ⚠️ ❌ ให้เห็นสถานะจริง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เขียนบันทึกส่งต่อ Module 3 ครึ่งหน้า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หัวข้อ "รู้ตัวว่าทำลวกไว้" ไม่ใช่การสารภาพผิด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ตารางไล่ MVP 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ฟีเจอร์ MVP (จาก Feature List Module 1)   สถานะ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────────────────────────────────────────  ──────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แจ้งซ่อมใหม่      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ดูรายการใบแจ้งซ่อม  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มอบหมายช่าง                               ⚠️ มอบได้แต่ไม่แจ้งใคร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อัปเดตสถานะ / ปิดงาน                      ✅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ยกเลิกใบแจ้งที่แจ้งผิด                    ❌ ยังไม่มี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ของส่งมอบ 5 รายการ ที่รู้ว่าขาดข้อไหน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ประวัติ commit ที่เห็นชื่อครบทุกคนในห้องย่อย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ไฟล์บันทึกสิ่งที่ยังไม่เสร็จ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ตารางไล่ Feature List ของหัวข้อของคุณ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🔗 ก่อนแยกย้ายไปพักเที่ยง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🎬 FixIt ↔ 🔧 LeaveEasy ↔ คุณ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 → ปิดงาน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 → 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สมชายเปิดของสมหญิงไม่ได้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ผู้ขอลาเปิดของคนอื่นไม่ได้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ไม่กรอกหัวข้อ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ไม่เลือกประเภทลา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เส้นทางเทสต์ เช้า ↔ ตัวอย่าง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🎬 FixIt (สาธิตเมื่อเช้า)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แจ้งซ่อม → มอบหมายช่าง → อัปเดตสถานะ → ปิดงาน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🔧 LeaveEasy (ตัวอย่างในใบงาน)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ยื่นใบลา → หัวหน้าอนุมัติ → บันทึกผล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บ่ายนี้ใน Workshop คุณจะทำอะไร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⏱ ~20 นาที — เชื่อม Playwright + ตั้ง Tester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⏱ ~37 นาที — เขียนเทสต์อย่างน้อย 5 ตัวให้ผ่าน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C ⏱ ~20 นาที — เก็บของส่งมอบ + รายงานผลทดสอบ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D ⏱ ~30 นาที — 🏠 ยกไปใส่หัวข้อของตัวเองในคาบ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ขั้นตอนที่เพิ่งเห็นกับ FixIt — ในหัวข้อของคุณคืออะไร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