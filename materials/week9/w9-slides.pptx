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เปิดด้วยประโยคนี้ — "สัปดาห์นี้เราจะไม่เริ่มของใหม่ที่ใหญ่แล้วนะครับ วันนี้คือวันที่เราพิสูจน์ว่าระบบของคุณทำงานได้จริง แล้วเก็บของส่งมอบให้ครบ" · ย้ำว่าเป้าหมายวันนี้คือ พิสูจน์และส่งมอบ ไม่ใช่สร้างของใหม่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"สามชั่วโมงนี้เราจะให้ AI ทดสอบระบบแทนเรา แล้วเก็บของส่งมอบให้ครบ" · บอกว่าสัปดาห์นี้ไม่มีการนำเสนอหน้าห้อง ไม่ต้องอัดคลิป และไม่บังคับจองคิวปรึกษา — หลักฐานคือรายงานผลการทดสอบใน repo · ใครอยากคุยตัวต่อตัวจองคิว Consult เองได้ · ปิดท้ายด้วยสิ่งที่ต้องมีตอนจบวันนี้ (แทนสไลด์ที่ตัด): ระบบที่สร้างจากสเปคในรอบเดียวด้วย sub-agents · ชุดทดสอบ Playwright ที่รันแล้วผ่าน · รายงานผลการทดสอบที่ AI สรุปจากผลรันจริง · ของส่งมอบให้ Module 3 — บอกว่าสี่ข้อนี้คือเกณฑ์ปิด Module ไม่ใช่ข้อแนะนำ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ฉายค้างไว้สักครู่แล้วพูดว่า "ถ้าใครหลุดตรงไหน ให้ดูนาฬิกานี้ว่าตอนนี้เราอยู่ช่วงไหน" · บอกว่าคลิปย้อนหลังมีทุกช่วง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"สี่สัปดาห์ที่แล้วหลายคนยังไม่เคยเปิด terminal เลย วันนี้ทุกคนมีเว็บที่มี URL จริงแล้ว" · ให้แต่ละคนพิมพ์ URL ของตัวเองลงแชท 1 บรรทัด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พูดช้า ๆ ว่า "ของที่ยังไม่มีวันนี้ ให้ไปอยู่ใน Backlog Sprint 2 ไม่ใช่ให้รีบทำตอนเช้าแล้วพังตอนบ่าย" · ประโยคนี้จะพูดซ้ำอีกครั้งตอนปิดคาบ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เปิดช่วงด้วยคำถาม — "สามสัปดาห์ที่ผ่านมาเราสั่ง AI ทีละขั้นมาตลอด ใครเคยคิดบ้างว่าถ้าสั่งทีเดียวจบเลยจะเป็นยังไง" · บอกว่าวันนี้จะได้ลองของจริง และจะได้เห็นทั้งข้อดีและราคาที่ต้องจ่าย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ย้ำว่าสิ่งที่ทำให้วิธีนี้เป็นไปได้คือสเปคที่เขียนไว้แล้ว ไม่ใช่ความเก่งของ AI — "ถ้าสเปคกำกวม สั่งทีเดียวจะได้ของกำกวมกลับมาเร็วขึ้นเท่านั้นเอง" · แทนสไลด์ที่ตัดออก: เปิดด้วยการทวน 20 วินาที — 3 สัปดาห์ที่ผ่านมาเราสั่งทีละขั้น ทีละหน้า ทีละปุ่ม ตรวจทุกครั้งก่อนไปต่อ · ข้อดีคือพังตรงไหนรู้ทันที ข้อเสียคือช้าและเราต้องอยู่ทุกขั้น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เปิดไฟล์ fixit-spec.md ค้างบนจอสัก 15 วินาทีให้เห็นของจริง · ชี้หัวข้อ "สิ่งที่ยังไม่ทำใน Module นี้" แล้วพูดว่า "ข้อนี้แหละที่กัน AI แถมของที่เราไม่ได้ขอ"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"ไม่ใช่ AI ตัวใหม่ที่ต้องไปสมัคร มันคือ Claude Code ตัวเดิมที่เราสั่งให้สวมหมวกคนละใบ" · ย้ำข้อสุดท้าย เพราะบ่ายนี้ผู้เรียนจะสั่งสร้างเอง · เสริมเรื่อง context: ถ้ายัดงานทั้งระบบไว้ที่ผู้ช่วยตัวเดียว ความจำจะบวมแล้วเริ่มลืม — แยกผู้ช่วยแปลว่าแต่ละตัวจำเฉพาะงานของตัวเอง ทำงานขนานกันได้และหลงน้อยลง (ปัญหาเดียวกับ context บวมสัปดาห์ที่ 6 แต่แก้ด้วยการแบ่งงาน ไม่ใช่ล้างความจำ)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ไล่ทีละกล่อง — "กล่องแรกคืองานสัปดาห์ที่ 6 กล่องสองคือสัปดาห์ที่ 7 กล่องสามคือสัปดาห์ที่ 8" · บอกว่านี่คือการเอา 3 สัปดาห์มาอัดในรอบเดียว และนั่นคือเหตุผลที่ต้องแบ่งงาน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ย้ำประโยคนี้ — "ไม่ใช่ทุกงานต้องใช้โมเดลที่ฉลาดที่สุด งานทำตามแบบใช้ตัวเล็กก็จบ และถูกกว่าหลายเท่า" · บอกว่าเขียนบรรทัด model: ไว้ในไฟล์ตั้งค่าของผู้ช่วยแต่ละตัว · เสริมว่านี่คือทักษะที่ใช้ได้กับทุกงาน AI ไม่ใช่แค่หลักสูตรนี้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อธิบายว่าทำไม prompt นี้ยาวได้ — เพราะเป็นรายการหน้าที่และชื่อโมเดล ไม่ใช่การสั่งหลายงานพร้อมกัน · ย้ำบรรทัดสุดท้าย "ให้ผมอ่านไฟล์ก่อน" คือจังหวะที่ 3 ของเราที่ห้ามข้าม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ย้ำว่าเราสั่งเป็นภาษาไทยประโยคเดียว แต่สิ่งที่เกิดคือผู้ช่วยสามตัวเดินงานคนละส่วน · บอกให้ห้องสังเกตว่า Claude รายงานกลับมาเป็นช่วง ๆ ไม่ใช่เงียบยาว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w9-demo-fixit.md → ก้อน A (ขั้นที่ 1–3) · จบแล้วกลับเข้าสไลด์ถัดไป · ระหว่างรอให้เล่าว่ากำลังเกิดอะไรขึ้น อย่าปล่อยจอเงียบ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นี่คือหัวใจของช่วงนี้ ห้ามข้าม — "สั่งทีเดียวไม่ได้แปลว่าเราหายไป มันแปลว่างานของเราย้ายมาอยู่ตอนจบ" · บอกว่าของแถมที่ AI ใส่มาเองคือสิ่งที่ต้องเอาออก เพราะไม่มีใครดูแลมันต่อ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ชี้กล่องเข้มแล้วพูดว่า "ตอนกำลังเรียนรู้ ให้ใช้ทีละขั้นเสมอ เพราะคุณต้องเข้าใจสิ่งที่เกิดขึ้น" · ปิดด้วยคำถามประจำหลักสูตร — "หัวข้อของคุณ สเปคชัดพอจะสั่งทีเดียวหรือยัง" · เกริ่นก่อนขึ้นรูปนี้ — ราคาที่ต้องจ่าย: สั่งทีเดียวพังทีเดียวทั้งก้อน หาจุดพังยากกว่า · สเปคไม่ชัดจะได้ของไม่ตรงเร็วขึ้นเท่านั้น · และเปลืองโทเคนกว่าถ้าเลือกโมเดลไม่เป็น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ให้พิมพ์ในแชทว่างานในระบบตัวเองข้อไหนที่ใช้ haiku ก็พอ 30 วินาที · อ่านออกเสียง 2–3 คำตอบ แล้วเข้าพัก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จับเวลาบนจอ · ทิ้งท้ายว่า "ครึ่งหลังคือหุ่นยนต์เปิดเบราว์เซอร์กดปุ่มเองสด ๆ"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เริ่มด้วยคำถามให้ห้องคิด — "หลังแก้โค้ดครั้งล่าสุด ใครไล่กดครบทุกหน้าบ้างครับ" · มักไม่มีใครยกมือ แล้วพูดว่า "นั่นแหละคือปัญหาที่ช่วงนี้แก้"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ชี้แถบบนก่อนแล้วพูดว่า "แบบนี้มีประโยชน์ แต่มันเดาจากโค้ด" · เลื่อนลงชี้กล่องเข้มในแถบล่าง พูดช้า ๆ ว่า "กล่องนี้คือของใหม่วันนี้ — มันกดจริง มันจึงตอบได้ว่าพังจริงหรือไม่พัง" · เปิดช่วงด้วยคำถาม: "หลังแก้โค้ดครั้งล่าสุด ใครไล่กดครบทุกหน้าบ้างครับ" มักไม่มีใครยกมือ — นั่นคือเหตุผลของการทดสอบอัตโนมัติ — ไม่ใช่เพราะอยากได้ใบรับรอง แต่เพราะไม่มีเวลากดเองทุกรอบ · เสริมว่าอ่านโค้ดแล้วดูดีไม่ได้แปลว่ากดแล้วไม่พัง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"เดี๋ยวจะได้เห็นเบราว์เซอร์เปิดขึ้นมาเองแล้วกดปุ่มเองสด ๆ ตรงนี้แหละที่ห้องมักจะฮือฮา" · บอกว่าเราสั่งเป็นภาษาไทย ไม่ต้องเขียนโค้ดเทสต์เอง · เสริมเรื่อง MCP ก่อน: ปกติ AI พิมพ์ข้อความและแก้ไฟล์ได้เท่านั้น · MCP คือช่องทางให้มันหยิบเครื่องมือภายนอกมาใช้ เปรียบเหมือนต่อมือให้ AI · เส้นทางคือ เราสั่งภาษาไทย → Claude → ผ่าน MCP → Playwright → เบราว์เซอร์จริง แล้วส่งผลผ่าน/ไม่ผ่านกลับมา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w9-demo-fixit.md → ขั้นที่ 1–3 · จบแล้วกลับเข้าสไลด์หน้า 21 · พูดว่า "ก่อนจะไปสั่งอะไรกับหุ่นยนต์ ผมถามเครื่องตัวเองก่อนครับว่าเชื่อมติดหรือยัง คำสั่งเดียวจบ ไม่ต้องเดา"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พิมพ์สดให้ห้องดูตรงนี้เลย แล้วพูดว่า "ก่อนจะไปสั่งอะไรกับหุ่นยนต์ ผมถามเครื่องตัวเองก่อนว่าเชื่อมติดหรือยัง คำสั่งเดียวจบ" · ย้ำว่าอันนี้ขึ้นต้นด้วยเครื่องหมายทับ เป็นคำสั่งของ Claude Code ไม่ใช่ประโยคที่คุยกับ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ชี้แถวแรกแล้วพูดว่า "แถวนี้มีค่ามากที่สุดครับ — มันแยกให้เราเห็นระหว่าง ยังไม่ได้ติดตั้ง กับ ติดตั้งแล้วแต่เชื่อมไม่ติด ซึ่งสองอย่างนี้แก้คนละทางกันเลย" · บอกว่าในหน้าจอ /mcp เลือก server แล้วสั่งเชื่อมใหม่ หรือเปิด-ปิดตัวไหนก็ได้ · เสริม: ย้ำประโยคประจำคาบ "คำสั่งของ Claude Code เปลี่ยนได้ตามเวอร์ชัน พิมพ์แล้วไม่ได้ผลให้พิมพ์ /help" · ถ้าเชื่อมไม่ติด: ไม่มี server เลย = ยังไม่ได้ติดตั้ง ใช้ prompt หน้าถัดไป · ขึ้นว่าเชื่อมต่อไม่สำเร็จ = เลือก server แล้วสั่งเชื่อมใหม่ · ยังไม่ได้ให้ปิด Claude Code เปิดใหม่ 1 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 "ไม่ต้องพิมพ์คำสั่งติดตั้งเอง ไม่ต้องแก้ไฟล์ตั้งค่าเอง สั่งเป็นภาษาไทยประโยคเดียว แล้วอ่านที่มันรายงานกลับมา" · บอกว่าขั้นดาวน์โหลดเบราว์เซอร์ก้อนใหญ่ ใช้เวลา 2–5 นาที ปล่อยให้ทำจนหยุด อย่ากดขัด · ย้ำว่าไฟล์ตั้งค่า MCP ถูกอ่านตอนเปิดโปรแกรมเท่านั้น ปิดเปิดใหม่จึงจำเป็น · ทุกคนควรทำขั้นนี้เสร็จตั้งแต่สัปดาห์ที่ 8 แล้ว ตามคู่มือตั้งค่าที่แจกไว้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บอกเหตุผลที่ยาวก่อนอ่าน — "อันนี้เป็นข้อยกเว้น ยาวได้เพราะมีทั้ง URL บัญชีทดสอบ และกติกาที่ห้ามตกข้อ สะกดผิดบรรทัดเดียวมันล็อกอินไม่ได้ทั้งชุด ส่วนคำสั่งงานทั่วไปให้กลับไปสั่งสั้นแล้วขอแผนเหมือนเดิม" · ชี้ข้อ 4 แล้วพูดว่า "ข้อนี้คือหัวใจ เดี๋ยวเราจะพูดถึงมันอีกครั้ง" · ชี้ข้อ 3 แล้วบอกว่ามันกันเทสต์ที่ผ่านบ้างไม่ผ่านบ้าง · เกริ่นก่อนวาง prompt: Tester คือผู้ช่วยอีกตัวที่มีหน้าที่เฉพาะ เหมือนสามตัวเมื่อเช้า — เราตั้งชื่อ ตั้งหน้าที่ ตั้งโมเดล และสั่ง Claude สร้างไฟล์ให้ ไม่พิมพ์เอง · ลำดับ 3 จังหวะ: สั่งสร้าง → เปิดไฟล์อ่าน → สั่งให้เริ่มทำงาน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"ขั้นนี้ห้ามข้ามครับ — ถ้าเราไม่เปิดอ่าน เราจะตอบไม่ได้ตอน Consult ว่าใครเป็นคนทดสอบระบบเรา" · เปิดไฟล์ให้ห้องดูจริงบนจอ แล้วชี้ทีละบรรทัดว่าตรงไหนคือชื่อ ตรงไหนคือหน้าที่ ตรงไหนคือขอบเขต · บอกว่าถ้าขาด ให้พิมพ์กลับไปว่า "ในไฟล์ตั้งค่ายังไม่มี … ช่วยเพิ่มให้ด้วย"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"เมื่อกี้ /mcp บอกเราว่าเชื่อมต่อแล้ว ตรงนี้คือการยืนยันซ้ำด้วยของจริง — ถ้ามันตอบกลับมาว่าเห็นหัวข้ออะไร ปุ่มอะไร แปลว่าใช้งานได้จริงแล้ว" · ย้ำลำดับสองขั้น: พิมพ์ /mcp ดูสถานะก่อน แล้วค่อยสั่งเปิดเบราว์เซอร์ยืนยัน · บอกว่านี่คือ Checkpoint แรกที่ต้องผ่านในบ่ายนี้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"ช่วงหลังพักคือช่วงที่สนุกที่สุดของ Module นี้ อย่าหายไปนะครับ" · เตือนให้เปิด URL ของตัวเองค้างไว้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"คนส่วนใหญ่ทดสอบแต่ห้องแรก ซึ่งเป็นคนที่พังน้อยที่สุด" · บอกว่าบ่ายนี้ต้องมีอย่างน้อยแบบ 1 · 2 · 3 และถ้าระบบของคุณมีปุ่ม AI ให้มีแบบ 4 ด้วย · แบบ 5 (ข้อมูลว่าง) เป็นงานต่อยอด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อ่านทีละบรรทัดแล้วพูดว่า "นี่คือสิ่งที่ผู้ใช้จริงทำทุกวัน ถ้าเส้นนี้พัง ระบบใช้ไม่ได้เลย" · ชี้ข้อ 6 ว่าคือการตรวจว่าข้อมูลเปลี่ยนจริง ไม่ใช่หน้าจอเด้งเฉย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w9-demo-fixit.md → ขั้นที่ 4–8 (รวมจุดที่ตั้งใจให้พัง) · จบแล้วกลับเข้าสไลด์หน้า 36 · พูดว่า "เส้นทางหลักของ FixIt คือชีวิตจริงของผู้ใช้ทุกวัน ถ้าเส้นนี้พัง ระบบใช้ไม่ได้เลย"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ชี้กล่องบนแล้วพูดว่า "เราไม่ต้องพิมพ์หกขั้นซ้ำ สิ่งที่เราต้องทำคืออ่านร่างที่มันเขียนมาว่าครบไหม" · ชี้บรรทัดสุดท้ายของกล่องล่าง "ประโยคนี้ทำให้รายงานที่ได้ใช้ไล่ปัญหาต่อได้ทันที ไม่ใช่คำว่า fail ลอย ๆ"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 prompt ออกเสียงแล้วชี้บรรทัดดาว บอกว่า "ถ้าไม่เติมประโยคนี้ เทสต์จะผ่านทั้งที่ผู้ใช้ยังงงอยู่หน้าจอ" · บอกว่ารูปแบบนี้เอาไปใช้กับฟอร์มของตัวเองได้ทันที · เกริ่นก่อน: ตัวนี้จับกรณีผู้ใช้กรอกไม่ครบแล้วกดบันทึก — ระบบต้องเตือนและไม่บันทึกขยะเข้าฐาน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ย้ำว่าตอนแก้แผนให้พิมพ์ว่า "เทสต์นี้ผ่านเมื่อระบบไม่ยอมให้เข้า และมีข้อความบอกผู้ใช้ · ถ้าเปิดดูได้ให้รายงานว่าไม่ผ่านพร้อมบอกว่าเห็นข้อมูลอะไร" · บอกว่ารูปแบบนี้คือรูปแบบเดียวกับที่จะใช้ตอนบ่าย · เกริ่นก่อน ห้ามข้าม: สองตัวนี้คือเทสต์ที่ "เข้าไม่ได้ = ผ่าน" ต้องเขียนกำกับให้ชัด ไม่งั้นรายงานจะถูกอ่านกลับด้าน · ทวนสองรอบเพราะห้องมักสับสน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 prompt ออกเสียง แล้วบอกว่า "เทสต์ตัวนี้กับเทสต์ความปลอดภัยเป็นญาติกัน — ทั้งคู่ทดสอบวันที่แย่ ไม่ใช่วันที่ดี" · ย้ำว่าถ้าระบบของคุณไม่มีปุ่ม AI ให้ข้ามเทสต์ตัวนี้ได้ แต่ต้องมีเทสต์ครบ 5 ตัวจากเพื่อนแทน · เกริ่นก่อน: ตัวนี้พิสูจน์ว่าเรียก AI ไม่สำเร็จแล้วระบบต้องขึ้นข้อความและกดบันทึกต่อได้ ไม่ค้างหมุนตลอด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"วิธีตัดสินคือเปิดเว็บกดเองด้วยมือ 30 วินาที จบ" · ย้ำว่าอย่าเดา ให้กดจริง · บอกว่าในห้องย่อยให้คนที่ไม่ได้พิมพ์เป็นคนกดทดสอบด้วยมือ · เกริ่นก่อน: เทสต์ fail ไม่ใช่เรื่องน่ากลัว มันคือสิ่งที่เทสต์มีไว้ทำ — คำถามเดียวคือ โค้ดผิด หรือ เทสต์เขียนผิด · ถ้าผ่านบ้างไม่ผ่านบ้างแบบสุ่ม มักเป็นเรื่องจังหวะเวลา สั่งว่า "ให้รอจนหน้าจอโหลดเสร็จก่อนค่อยตรวจ"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"เทสต์มีไว้จับปัญหา ไม่ได้มีไว้ให้ผ่าน" · เล่าว่าการลบเทสต์ที่ fail ทิ้งคือการปิดตาตัวเอง · บอกว่าถ้าเจอเทสต์ที่ fail แล้วยังแก้ไม่ทัน ให้เขียนลงบันทึกสิ่งที่ยังไม่เสร็จ ไม่ใช่ลบทิ้ง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ให้แต่ละคนพิมพ์ 🟢🟡🔴 ลงแชท · จดชื่อคนที่พิมพ์ 🔴 ไว้ให้ TA ตามในคาบบ่ายทันทีที่เปิด breakout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เปิดช่วงสั้น ๆ — "ยี่สิบนาทีสุดท้ายนี้เราไล่ว่าของที่ต้องส่งครบหรือยัง ไม่ใช่การสรุปสวย ๆ" · ให้ทุกคนเปิดโฟลเดอร์โครงงานของตัวเองค้างไว้ข้างจอ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อ่านทั้งสี่ข้อช้า ๆ แล้วพูดว่า "สี่ข้อนี้คือสิ่งที่ Module 3 จะหยิบไปใช้ต่อวันแรก ขาดข้อไหนคือเริ่มช้าไปหนึ่งสัปดาห์" · ย้ำว่าส่งเป็น URL repo ลิงก์เดียว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"ข้อ 4 คือข้อที่คนอยากตัดทิ้งที่สุด และเป็นข้อที่ผมอ่านก่อนเพื่อน" · บอกว่าสั่งให้ AI เขียนไฟล์ test-results.md ให้ แล้วเราเปิดอ่านตรวจว่าครบ 4 ข้อไหม · เสริมกรณีเทสต์ยังไม่ผ่านตอนจะส่ง: ส่งรายงานตามผลจริง ข้อไหนไม่ผ่านเขียนว่าไม่ผ่าน แล้วจดลง BACKLOG.md — ห้ามแก้รายงานให้สวยกว่าผลจริง เพราะรายงานคือสิ่งที่ผู้สอนใช้ตัดสินใจแทนการดูหน้าจอคุณ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"สามบรรทัดนี้เขียนได้ภายใน 2 นาที และมันคือ Backlog Sprint 2 ฉบับย่อ" · บอกให้เก็บเป็นไฟล์ BACKLOG.md ใน repo · ประกาศกำหนดส่ง: ใบงานที่ 4 ภายในจันทร์ 21 ก.ย. · การบ้านที่ 4 ปิด Module ภายในอังคาร 22 ก.ย. ส่ง URL repo ลิงก์เดียวเท่านั้น ไม่ต้องแนบไฟล์ · URL ระบบและลิงก์ไฟล์ test-results.md ให้เขียนไว้บนสุดของ README.md ในrepo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พูดตรง ๆ ว่า "วันนี้เราสั่งทีเดียวจบก็จริง แต่คุณต้องตอบได้ว่าผู้ช่วยแต่ละตัวทำอะไร และคุณตรวจอะไรไปบ้าง" · แนะให้เปิด CLAUDE.md กับไฟล์ตั้งค่า sub-agent อ่านทบทวน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ปิดคาบเช้าด้วยการชี้เป้าบ่ายให้ชัด — "บ่ายนี้ครึ่งแรกทำเทสต์ให้ผ่าน ครึ่งหลังทำรายงานผลทดสอบแล้วยกไปใส่หัวข้อของตัวเอง" · ย้ำให้กินข้าวจริง ๆ และให้เปิดใบงานอ่านตอนพักเที่ยง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ฉายค้างไว้ 1 นาทีเต็ม แล้วพูดว่า "ช่องขวาสุดคือของคุณ และมีแต่พวกคุณที่เติมได้" · ให้แต่ละคนพิมพ์คำตอบช่องขวาสุดแถวแรกลงแชท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บอกก่อนว่า "ใบงานวันนี้ออกแบบให้เสร็จใน 2 ชั่วโมง เวลาที่เหลือคือเวลาสำรอง ไม่มีงานต่อยอดให้ทำเพิ่ม" · ย้ำว่า "ใบงานวันนี้มี 3 ส่วน จบราวบ่ายสองครึ่ง แล้วเวลาที่เหลือยกให้คุณเริ่มการบ้านกับหัวข้อตัวเองตอนที่ผมกับ TA ยังอยู่" · ถ้าเวลาไม่พอ ให้ถึง Checkpoint 2 เป็นอย่างน้อย · บอกว่าใบงานแจกไว้แล้วตั้งแต่เช้า และมีคลิปสอนสั้นของผู้สอนประกอบทุก Checkpoint · ปิดท้ายแทนสไลด์ที่ตัด: ทวนปากเปล่าว่าเส้นทางเทสต์ของ FixIt คือ แจ้งซ่อม → มอบหมายช่าง → อัปเดตสถานะ → ปิดงาน · ของ LeaveEasy คือ ยื่นใบลา → หัวหน้าอนุมัติ → บันทึกผล — โครงเดียวกัน เปลี่ยนชื่อเรื่อง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ให้ทุกคนพิมพ์คำตอบลงแชท 1 บรรทัดก่อนออกจากห้อง · อ่านออกเสียง 3–4 คำตอบให้ห้องฟัง แล้วปิดคาบ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สั่งทีเดียวจบด้วย sub-agents แล้วทดสอบด้วย Playwright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ADT-RAISE Batch 2 · Module 2 · สัปดาห์ที่ 9 · สัปดาห์ปิด Module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19 กันยายน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เปิดคาบ — สัปดาห์ปิด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วันนี้เราเดินกัน 2 ช่วง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🚀 ช่วงที่ 1 · 80 นาที — สั่งทีเดียวจบจากสเปค ด้วย sub-agents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🧪 ช่วงที่ 2 · 60 นาที — ทดสอบด้วย Playwright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☕ พัก 10 นาที ประมาณ 10:30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นาฬิกาของเช้านี้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1920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09:00 – 09:10   เปิดคาบ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09:10 – 10:30   🚀 ช่วงที่ 1   สั่งทีเดียวจบจากสเปค ด้วย sub-agents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10:30 – 10:40   ☕ พัก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10:40 – 11:40   🧪 ช่วงที่ 2   ทดสอบด้วย Playwright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11:40 – 12:00   ปิดคาบ + ของส่งมอบ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Module นี้เราเดินมาถึงไหนแล้ว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สัปดาห์ที่ 6 — ระบบมีความจำ อ่านข้อมูลจากฐานจริง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สัปดาห์ที่ 7 — CRUD ครบ ล็อกอินได้ ขึ้นออนไลน์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สัปดาห์ที่ 8 — ระบบมีผู้ช่วย AI 2 ระดับ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สัปดาห์ที่ 9 — พิสูจน์ว่าใช้ได้จริง + ส่งมอบ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วันนี้ไม่ใช่วันเริ่มฟีเจอร์ใหม่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🚀 ช่วงที่ 1 — สั่งทีเดียวจบจากสเปค · 80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วันนี้ลองอีกแบบ — สั่งทีเดียวจากสเปค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ให้ AI อ่าน สเปค แล้วสร้างระบบทั้งชุดในรอบเดียว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เราไม่ได้หายไป — เราตรวจตอนจบ เทียบกับสเปค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ใช้ได้เพราะ สเปคของเราชัดตั้งแต่ 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🧾 สเปคคือใบสั่งงาน — ทวน 1 นาที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หน้าจอกี่หน้า ชื่ออะไร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โครงสร้างข้อมูล ชื่อโฟลเดอร์ ชื่อช่อง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บทบาทผู้ใช้ และสิ่งที่แต่ละบทบาททำได้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สิ่งที่ห้ามทำ — สำคัญที่สุดเวลาสั่งทีเดียว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🤖 Sub-agent คืออะไร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ผู้ช่วย AI อีกตัวที่มีหน้าที่เฉพาะ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เราตั้งชื่อ ตั้งหน้าที่ ตั้งขอบเขต และตั้งโมเดลให้มัน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ตั้งค่าด้วยไฟล์ที่วางไว้ในโฟลเดอร์โครงงาน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เราไม่พิมพ์ไฟล์นี้เอง — สั่ง Claude สร้างให้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แบ่งงานของสัปดาห์ที่ 6–8 ให้ 3 ผู้ช่วย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3259226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builder-ui หน้าจอ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128271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66234" y="1563624"/>
            <a:ext cx="3259226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builder-data ข้อมูล+ล็อกอิน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771545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09508" y="1563624"/>
            <a:ext cx="3259226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builder-ai ปุ่มผู้ช่วย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💰 เลือกโมเดลให้เหมาะกับงาน = ประหยัดโทเคน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075688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887"/>
                <a:gridCol w="527288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งานของผู้ช่วย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โมเดลที่พอ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สร้างหน้าจอตามสเปคที่ชัดแล้ว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haiku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ต่อฐานข้อมูล · CRUD · ล็อกอิน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sonnet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ปุ่มผู้ช่วย AI + ตรวจคำตอบ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sonnet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💬 สั่งสร้างผู้ช่วย 3 ตัว — อันนี้ยาวได้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2615184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2615184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พิมพ์แบบนี้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อ่าน fixit-spec.md แล้วสร้าง sub-agent ให้ผม 3 ตัว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1 builder-ui สร้างหน้าจอทุกหน้า ใช้โมเดล haiku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2 builder-data ต่อ Firestore ทำ CRUD และล็อกอิน ใช้โมเดล sonnet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3 builder-ai ทำปุ่มผู้ช่วย AI ใช้โมเดล sonnet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ทุกตัวห้ามทำงานนอกสเปค เสร็จแล้วให้ผมอ่านไฟล์ก่อน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💬 แล้วค่อยสั่งทีเดียวจบ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1847088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1847088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พิมพ์แบบนี้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ให้ผู้ช่วยทั้ง 3 ตัวสร้างระบบตาม fixit-spec.md ให้ครบ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แบ่งงานกันตามหน้าที่ของแต่ละตัว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เสร็จแต่ละส่วนให้รายงานผมทีละตัว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ดูของจริง — สั่งทีเดียวจบจากสเปค ⏱ 22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ตั้งผู้ช่วย 3 ตัว แล้วเปิดไฟล์อ่านก่อน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สั่งทีเดียว แล้วดูผู้ช่วยเดินงานทีละส่วน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0606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👀 จุดที่ต้องดูให้ทัน: ชื่อโมเดลของแต่ละตัว และผลที่ได้กลับมา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⭐ จังหวะตรวจ — เทียบผลกับสเปคทีละข้อ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เปิดสเปคไว้ข้างจอ แล้วไล่ทีละหัวข้อ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หน้าจอครบไหม · ชื่อช่องตรงไหม · สถานะครบไหม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ขาดอะไร สั่งแก้เฉพาะข้อนั้น ไม่ต้องสั่งใหม่ทั้งชุด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🚫 ได้ของแถมที่ไม่ได้ขอ → สั่งเอาออก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ทีละขั้น vs ทีเดียว — ใช้เมื่อไร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87552" y="1636776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🐢 ทีละขั้น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ของใหม่ที่ยังไม่ชัด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13615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1578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แก้ของที่มีอยู่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86201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4164" y="1984248"/>
            <a:ext cx="3088538" cy="996696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ตอนกำลังเรียนรู้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73552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3346704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🚀 ทีเดียว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สเปคชัดแล้ว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13615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1578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งานซ้ำแบบเดิม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86201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4164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ทำใหม่จากศูนย์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ช่วงนี้คุณต้องได้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ตั้ง sub-agent เป็น และรู้ว่าตั้งโมเดลตรงไหน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บอกได้ว่างานแบบไหนใช้โมเดลเล็กก็พอ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เห็นแล้วว่าสั่งทีเดียวได้ผลอย่างไร และพังอย่างไร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รู้ว่าจังหวะตรวจย้ายไปอยู่ตอนจบ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☕ พัก 10 นาที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กลับมา 10:40 ตรง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กลับมาแล้วเราจะให้ AI กดใช้ระบบแทนเรา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🧪 ช่วงที่ 2 — ทดสอบด้วย Playwright · 60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👀 อ่านโค้ด ≠ 🧪 ใช้งานจริง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87552" y="1636776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👀 อ่านโค้ดเอง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เห็นแต่ตัวอักษร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13615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1578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เดาว่าตรงไหนเสี่ยง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86201" y="2333092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4164" y="1984248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ไม่ได้กดจริง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73552"/>
            <a:ext cx="10545775" cy="150876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87552" y="3346704"/>
            <a:ext cx="1021659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534F"/>
                </a:solidFill>
                <a:latin typeface="Leelawadee UI"/>
                <a:ea typeface="Leelawadee UI"/>
                <a:cs typeface="Leelawadee UI"/>
              </a:rPr>
              <a:t>🧪 Tester (สัปดาห์นี้)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เปิดเบราว์เซอร์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13615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1578" y="3694176"/>
            <a:ext cx="3088538" cy="996696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กดใช้จริง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86201" y="4043020"/>
            <a:ext cx="291876" cy="29900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4164" y="3694176"/>
            <a:ext cx="3088538" cy="996696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บอกว่าพังจริงไหม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Playwright คืออะไร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Playwright = หุ่นยนต์ที่กดใช้เว็บแทนคน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เปิดเบราว์เซอร์จริง · พิมพ์จริง · กดปุ่มจริง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แล้วบอกกลับมาว่าเห็นอะไรบนหน้าจอ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Playwright MCP = ต่อหุ่นยนต์ตัวนี้เข้ากับ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ดูของจริง — เช็ก /mcp แล้วตั้ง Tester ตัวแรก ⏱ 18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พิมพ์ /mcp เช็กว่า Playwright เชื่อมต่อจริงไหม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สั่ง Claude สร้างไฟล์ตั้งค่า Tester ให้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เปิดไฟล์อ่านเอง ก่อนสั่งให้เริ่มทดสอบ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2125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👀 จุดที่ต้องดูให้ทัน: เบราว์เซอร์เปิดขึ้นเองโดยไม่มีใครแตะเมาส์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🚩 ก่อนอื่น — พิมพ์ /mcp ดูสถานะ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67665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/mcp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พิมพ์ในหน้าต่าง Claude Code แล้วกด 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4690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จะเห็นรายชื่อ MCP server พร้อมสถานะของแต่ละตัว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209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ตอบตรง ๆ ว่าตอนนี้เชื่อมติดหรือยัง ไม่ต้องเดา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/mcp บอกอะไรได้บ้าง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887"/>
                <a:gridCol w="527288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สิ่งที่เห็นบนจอ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แปลว่า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ไม่มี server เลยสักตัว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ยังไม่ได้ติดตั้ง ต้องกลับไปตั้งค่า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เชื่อมต่อแล้ว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พร้อมใช้งาน ไปทดสอบต่อได้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ต้องยืนยันตัวตนก่อน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เลือก server นั้นแล้วทำตามที่ขึ้น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เชื่อมต่อไม่สำเร็จ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เลือก server แล้วสั่งเชื่อมใหม่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รอการอนุมัติ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อนุมัติให้ใช้งาน server นั้นก่อน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ยังไม่มี Playwright — สั่งติดตั้งด้วยประโยคเดียว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75688"/>
            <a:ext cx="10545775" cy="1847088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2075688"/>
            <a:ext cx="100584" cy="1847088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30552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พิมพ์แบบนี้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59736"/>
            <a:ext cx="1008857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ช่วยติดตั้ง Playwright ในโปรเจกต์นี้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แล้วเชื่อม Playwright MCP เข้ากับ Claude Code ให้ผมด้วย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ทำทีละขั้น เสร็จข้อไหนบอกผมก่อน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239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ติดตั้งเสร็จให้ ปิด Claude Code แล้วเปิดใหม่ 1 ครั้ง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391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แล้วพิมพ์ /mcp ซ้ำ — ต้องขึ้นว่า เชื่อมต่อแล้ว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💬 prompt ตั้งค่า Tester — อันนี้ยาวได้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4663432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4663432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กรณียกเว้น — บัญชีและกติกา ห้ามตกข้อ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400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ตั้ง sub-agent ชื่อ tester ให้ FixIt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หน้าที่: ใช้ Playwright MCP เปิดเบราว์เซอร์จริงแล้วทดสอบแทนคน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ข้อมูลที่ใช้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- URL ของระบบ: &lt;ใส่ URL จริงของ FixIt&gt;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- บัญชีทดสอบผู้แจ้ง: somchai.test@example.com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- บัญชีทดสอบช่างซ่อม: somying.test@example.com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- บัญชีทดสอบผู้ดูแล: somsri.test@example.com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กติกา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1. ทดสอบตาม Acceptance Criteria ในไฟล์ spec เท่านั้น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2. เทสต์หนึ่งตัวทดสอบเรื่องเดียว ตั้งชื่อเป็นภาษาไทย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3. รอจนกว่าองค์ประกอบที่ต้องการจะขึ้นจริง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   ห้ามใช้การรอแบบนับเวลาเฉย ๆ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4. ห้ามแก้ไขโค้ดของระบบเพื่อให้เทสต์ผ่านเด็ดขาด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5. รายงานผลเป็นภาษาไทย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⭐ เปิดไฟล์ที่ Claude สร้างมาอ่าน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Claude สร้างไฟล์ตั้งค่าให้แล้ววางไว้ในโฟลเดอร์โครงงาน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เปิดไฟล์นั้นอ่านก่อน อย่าเพิ่งสั่งให้ทดสอบ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ดูว่า URL และบัญชีทดสอบ ถูกต้องไหม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ดูว่ามีบรรทัด "ห้ามแก้ไขโค้ดของระบบ" อยู่จริงไหม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0182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ขาดอะไร พิมพ์บอกให้เพิ่มเข้าไป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🚩 ยืนยันซ้ำ — ให้ AI เปิดหน้าแรกจริง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พิมพ์แบบนี้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ให้ tester เปิดหน้าแรกของ FixIt แล้วบอกว่าเห็นอะไรบนจอ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ยังไม่ต้องเขียนเทสต์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☕ พัก 10 นาที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กลับมาเวลา 10:00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กลับมาแล้วเราจะให้ AI กดใช้ระบบตั้งแต่ต้นจนจบ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ทดสอบอะไรบ้าง — 5 แบบ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🟢 เส้นทางหลัก — ผู้ใช้ทำสำเร็จตั้งแต่ต้นจนจบ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🟠 กรอกไม่ครบ / กรอกผิดรูปแบบ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🔒 ความปลอดภัย — เปิดของคนอื่นต้องไม่ได้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🤖 ปุ่ม AI — เรียกไม่สำเร็จแล้วระบบต้องไม่ค้าง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293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⚪ ข้อมูลว่าง — ไม่มีข้อมูลเลยหน้าจอต้องไม่พัง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เส้นทางหลักของ FixIt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223113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1. ล็อกอินเป็นผู้แจ้ง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2. แจ้งซ่อมใหม่ → กรอกหัวข้อ รายละเอียด หมวดหมู่ → บันทึก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3. ล็อกอินเป็นผู้ดูแล → มอบหมายช่างให้ใบแจ้งนั้น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4. ล็อกอินเป็นช่าง → อัปเดตสถานะเป็น "กำลังซ่อม"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5. ช่างปิดงาน → สถานะเปลี่ยนเป็น "เสร็จสิ้น"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6. เปิดรายการอีกครั้ง → สถานะที่เห็นต้องเป็น "เสร็จสิ้น"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🎬💥 ดูของจริง — เทสต์กดใช้จริง แล้วเจอ fail สด ⏱ 31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เดินเส้นทางหลัก 6 ขั้น ให้เบราว์เซอร์กดเองครบ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เทสต์กรอกไม่ครบ และเทสต์ความปลอดภัยที่ "เข้าไม่ได้ = ผ่าน"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749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💥 จงใจเขียนเทสต์ผิด แล้วไล่หาสาเหตุสด 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9013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👀 จุดที่ต้องดูให้ทัน: กดเองด้วยมือก่อนตัดสินว่าโค้ดผิดหรือเทสต์ผิด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💬 prompt สั่งเขียนเทสต์เส้นทางหลัก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จังหวะที่ 1 — ขอแผนก่อน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ให้ tester วางแผนเทสต์เส้นทางหลักของ FixIt 6 ขั้นตามสไลด์ที่แล้ว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ร่างรายการเทสต์ให้ผมดูก่อน ยังไม่ต้องรัน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36392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60" y="3136392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91256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จังหวะที่ 3 และ 4 — แก้แผนแล้วลงมือ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เพิ่มข้อตรวจว่าเปิดรายการอีกครั้งแล้วสถานะเป็น เสร็จสิ้น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แผนโอเคแล้ว รันได้ ไม่ผ่านตรงไหนบอกว่าเห็นอะไรแทน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💬 prompt เทสต์กรอกไม่ครบ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จังหวะที่ 1 — ขอแผนก่อน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ให้ tester วางแผนเทสต์ว่ากดบันทึกโดยไม่กรอกหัวข้อแล้วบันทึกไม่ได้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ร่างให้ผมดูก่อน ยังไม่ต้องรัน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⭐ ตอนแก้แผน ให้เพิ่มว่า "ต้องเห็นข้อความเตือนภาษาไทยด้วย"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💬 prompt เทสต์ความปลอดภัย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จังหวะที่ 1 — ขอแผนก่อน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ให้ tester วางแผนเทสต์ว่าสมชายเปิดใบแจ้งของสมหญิงไม่ได้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ร่างให้ผมดูก่อน ยังไม่ต้องรัน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⭐ ตอนแก้แผน ต้องบอกว่า "เข้าไม่ได้ = ผ่าน"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💬 prompt เทสต์ปุ่ม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1463040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1463040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จังหวะที่ 1 — ขอแผนก่อน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ให้ tester วางแผนเทสต์ว่าถ้าเรียก AI ไม่สำเร็จ ระบบต้องไม่ค้าง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ร่างให้ผมดูก่อน ยังไม่ต้องรัน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⭐ ตอนแก้แผน ให้เพิ่มว่า "ต้องเห็นข้อความภาษาไทย และปุ่มอื่นยังกดได้"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วิธีแยกสองอย่างนี้ออกจากกัน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887"/>
                <a:gridCol w="527288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อาการ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มักแปลว่า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กดเองแล้วก็พังเหมือนกัน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โค้ดผิด — ไปแก้โค้ด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กดเองใช้ได้ปกติ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เทสต์เขียนผิด — ไปแก้เทสต์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ห้ามแก้โค้ดเพื่อให้เทสต์ผ่าน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ช่วงนี้คุณต้องได้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/mcp ที่ขึ้นว่า Playwright เชื่อมต่อแล้ว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ไฟล์ตั้งค่า Tester ที่เปิดอ่านแล้ว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เทสต์เส้นทางหลักที่รันแล้วเห็นผล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เทสต์ความปลอดภัยที่ "เข้าไม่ได้ = ผ่าน"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293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เทสต์ปุ่ม AI ที่ "ไม่ค้าง = ผ่าน"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📦 ปิดคาบ — ของส่งมอบให้ Module 3 · 20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📦 ของส่งมอบ 4 รายการ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1️⃣ URL ระบบ ที่ deploy ออนไลน์ใช้งานได้จริง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2️⃣ repo บน GitHub + CLAUDE.md + commit ในชื่อคุณ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3️⃣ ชุดทดสอบ Playwright ที่ผ่าน + test-results.md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4️⃣ BACKLOG.md — สิ่งที่ยังไม่เสร็จ ส่งต่อ Module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📊 รายงานผลทดสอบต้องมีอะไร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1️⃣ เทสต์แต่ละตัวทดสอบอะไร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2️⃣ ผ่านหรือไม่ผ่าน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3️⃣ รันเมื่อไร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4️⃣ ข้อที่ไม่ผ่าน ติดตรงไหน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📋 Backlog Sprint 2 — เขียน 3 บรรทัดก็พอ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129844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1. อะไรเสร็จแล้ว     → ................................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2. อะไรยังไม่เสร็จ   → ................................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3. รอบหน้าจะทำอะไร  → ................................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👤 คุณต้องอธิบายระบบตัวเองได้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ผู้สอนอาจถามเพิ่มหลังอ่าน repo ของคุณ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ข้อนี้เป็นเกณฑ์ผ่าน ไม่ใช่คะแนนเสริม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อธิบายไม่ได้ = ยังไม่ผ่าน แม้ระบบจะทำงานครบ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🔗 ก่อนแยกย้ายไปพักเที่ยง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ตารางเทียบ 🎬 FixIt ↔ 🔧 LeaveEasy ↔ คุณ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🎬 FixIt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🔧 LeaveEasy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👥 คุณ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แจ้งซ่อม → ปิดงาน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ยื่นใบลา → อนุมัติ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สมชายเปิดของสมหญิงไม่ได้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ผู้ขอลาเปิดของคนอื่นไม่ได้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ไม่กรอกหัวข้อ = บันทึกไม่ได้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ไม่เลือกประเภทลา = บันทึกไม่ได้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บ่ายนี้ใน Workshop คุณจะทำอะไร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ส่วน A ⏱ ~45 นาที — 🚀 สั่งทีเดียวสร้าง LeaveEasy จากสเปค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ส่วน B ⏱ ~45 นาที — 🧪 เทสต์ด้วย Playwright + รายงานผล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4032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⏰ เวลาที่เหลือ — 🏠 เริ่มการบ้านที่ 4 กับหัวข้อตัวเอง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ขั้นตอนที่เพิ่งเห็นกับ FixIt — ในหัวข้อของคุณคืออะไร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9          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