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· ย้ำว่าวันนี้มีเรื่องเดียว — เป็นครั้งแรกที่ระบบของเราเรียก AI เอง ไม่ใช่เราเรียก AI มาเขียนระบบ · บอกว่าทั้งเช้าจะเห็นสาธิตสดตลอด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วันนี้มันคือกุญแจเรียก AI ที่ยังจำเป็นต้องอยู่ผิดฝั่งไปก่อน เรารู้ตัว เราจำกัดความเสียหายด้วยวงเงิน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บอกว่าวันนี้ทั้งวันมีเรื่องเดียว คือผู้ช่วย AI สองระดับ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วาง prompt นี้ให้ดูจริง · ย้ำว่า ใช้ได้เพราะเป็นคีย์ของหลักสูตรที่ผมตั้งวงเงินไว้ทุกใบ และจะเพิกถอนทั้งหมดเมื่อจบเดือน · "ห้ามเอาคีย์ส่วนตัวของตัวเองมาใช้เด็ดขาด" · บอกชื่อโมเดลออกเสียงช้า ๆ แล้วให้จดไว้ — ถูกที่สุดในกลุ่มที่ตอบไทยได้ดี · เตือน: คีย์หลุด = แจ้งผู้สอนเพิกถอนทันที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หยุดที่กล่องเข้มแถบล่าง — "คีย์วันนี้อยู่ผิดฝั่ง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ใบงานบ่ายนี้บังคับให้มีข้อความบอกและกดบันทึกต่อได้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"ครึ่งหลังคือผู้ช่วยระดับ 2 ที่อ่านหลายที่แล้วสรุปให้คนอ่านก่อนตัดสินใจ"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เปิดช่วงสั้น ๆ — "ครึ่งแรกผู้ช่วยของเราตอบได้ทีละคำถาม ครึ่งหลังเราจะให้มันทำงานเป็นขั้นแล้วทิ้งบันทึกไว้ให้เราตรวจ"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ให้ตัดการทวนช่วงต้นคาบ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"ของสำคัญอยู่ฝั่งที่ผู้ใช้แตะไม่ได้ คีย์ต้องมีวงเงินเพราะยังอยู่ผิดฝั่ง และข้อเสนอของ AI ต้องรอคนกดยืนยันเสมอ"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บอกว่า "บ่ายนี้ทั้งคาบเป็นเรื่องผู้ช่วย AI ล้วน ๆ ส่วนกฎปิดข้อมูลเราทำไปแล้วสัปดาห์ที่แล้ว" · "บ่ายนี้มี 2 ส่วน ส่วน A ต้องเสร็จในคาบ · ส่วน B ยกไปทำต่อในการบ้านได้"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1 เป็นอย่างน้อย" · ย้ำว่าปุ่ม AI ต้องมีป้ายกำกับและต้องไม่ค้างเมื่อเรียกไม่สำเร็จ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และให้พิมพ์บอกในแชททุก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ระบบมีผู้ช่วย AI — Agentic AI 2 ระดับ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และกุญแจคลังข้อมูล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วันนี้ระบบได้ผู้ช่วย AI 2 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 — ปุ่มเดียว งานเดียว (55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 — ทำงานเป็นขั้น แล้วทิ้งบันทึกไว้ (70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พักหนึ่งครั้งตอน 10:00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ผู้ช่วย AI ระดับ 1 ⏱ 55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วางคีย์ลงใน prompt ได้เลย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ผมจะใช้ AI ผ่าน OpenRouter ในเว็บนี้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คีย์ของผมคือ sk-or-xxxxxxxx และใช้โมเดล google/gemini-2.5-flash-lite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ช่วยทำหน้าทดสอบที่กดปุ่มแล้วส่งข้อความว่า สวัสดี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ไม่ต้องสร้างไฟล์ตั้งค่าแยก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คีย์จะติดไปกับโค้ดและขึ้น GitHub ด้วย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วางคีย์ใน prompt แล้วเรียก AI ให้สำเร็จ 1 ครั้ง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ของสำคัญควรอยู่ฝั่งไหน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ที่ควรอยู่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ฝั่งเซิร์ฟเวอร์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คีย์วันนี้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ระบบไม่ค้าง กดบันทึกต่อได้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เรียก AI สำเร็จแล้ว 1 ครั้ง ก่อนแตะฟีเจอร์จริง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10:10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กลับมาแล้วผู้ช่วยของเราจะทำงานเป็นขั้นเอง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ระดับ 2 (agentic) ⏱ 70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ตัวหลัก google/gemini-2.5-flash-lite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ตัวถูกกว่า meta-llama/llama-3.1-8b-instruct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บอก Claude 1 บรรทัด ว่าขอเปลี่ยนเป็นตัวไหน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ความนิ่งของคำตอบภาษาไทย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สองช่วงนี้คุณต้องได้สิ่งเหล่านี้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รู้ว่าคีย์อยู่ในหน้าเว็บ และทำไมระบบจริงทำแบบนี้ไม่ได้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1: ปุ่มเดียว งานเดียว + 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2: อ่านหลายที่ → สรุปให้คนอ่าน → จดบันทึก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คีย์อยู่ผิดฝั่งวันนี้ — จำกัดด้วยวงเงิน แล้วจดลง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ผู้ช่วย AI ระดับ 1 ⏱ 36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2 (agentic) ⏱ 35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เสร็จแล้วเวลาที่เหลือ เริ่มการบ้านกับหัวข้อตัวเอง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2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ผู้ช่วยระดับ 1 ทำงานได้ + มีป้าย + เรียกไม่สำเร็จแล้วไม่ค้าง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ระดับ 2 ทำงานเป็นขั้นได้ + มีบันทึก aiLog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