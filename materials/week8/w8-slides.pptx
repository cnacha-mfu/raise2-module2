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เปิดคาบเร็ว — "สัปดาห์ที่แล้วเราจบกันที่ระบบขึ้น URL จริง วันนี้ผมจะเริ่มด้วยการทำอะไรบางอย่างกับระบบนั้น ที่อาจทำให้หลายคนนอนไม่หลับ" · อย่าเฉลยว่าจะทำอะไร ให้คาไว้ก่อนเข้าช่วงที่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ชี้ทีละบรรทัดพร้อมเวลา — "ช่วงเช้าแบ่งสามช่วง พักตอน 09:45 หนึ่งครั้ง" · ย้ำว่าเรื่องหลักของวันนี้คือผู้ช่วย AI ซึ่งเป็นครั้งแรกที่ระบบของเราเรียก AI เอง ไม่ใช่เราเรียก AI มาเขียนระบบ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ประโยคที่ต้องพูด — "นี่คือประโยคเดียวที่ครอบทั้งวันนี้ ตอนเช้ามันคือกฎเฝ้าข้อมูลที่อยู่ฝั่ง Firebase ตอนสายมันคือกุญแจเรียก AI ที่ยังจำเป็นต้องอยู่ผิดฝั่งไปก่อน และเราจะจดไว้ว่าต้องย้าย" · ให้ประโยคค้างบนจอ 3 วินาทีก่อนไปต่อ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เปิดช่วงด้วยการทดลองสดทันที ยังไม่ต้องสอนทฤษฎี — "ก่อนอธิบายอะไร ผมขอทำอะไรให้ดูอย่างหนึ่งครับ" แล้วเข้าเดโมขั้นที่ 1 (สมัครเป็นคนแปลกหน้า) เลย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เข้าเดโมขั้นที่ 1 ตรงนี้ (6 นาที) — สมัคร somsak@example.com ในหน้าต่างไม่ระบุตัวตน แล้วเปิดดูใบแจ้งซ่อมของทุกคนให้เห็นกับตา · จบเดโมด้วยคำถาม "ผมทำอะไรผิดตรงไหนครับ" — คำตอบคือไม่ผิดเลย ระบบทำตามกฎที่มีเป๊ะ 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w8-demo-fixit.md → ก้อน A · จบแล้วกลับเข้าสไลด์หน้า 8 · พูดว่า "นี่คือ FixIt ที่เราจบกันไว้สัปดาห์ที่แล้ว มีล็อกอิน มีกุญแจประตูหน้าบ้าน อยู่บนอินเทอร์เน็ตจริง ทีนี้ผมจะเลิกเป็นเจ้าของระบบสักครู่"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— "กุญแจสัปดาห์ที่แล้วถามคำเดียวว่า ล็อกอินหรือยัง มันไม่เคยถามว่า คุณเป็นใคร และของชิ้นนี้เป็นของคุณไหม" · "ใครก็สมัครบัญชีได้ใน 30 วินาที สมัครแล้วก็คือล็อกอินแล้ว ประตูหน้าบ้านจึงเปิดให้คนแปลกหน้าทุกคน"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เชื่อมกลับสัปดาห์ที่ 7 — "ตอนนั้นผมบอกไว้แล้วว่ากุญแจประตูหน้าบ้านยังไม่ใช่ความปลอดภัยจริง และห้ามใส่ข้อมูลจริงของใครจนกว่าจะปิดรายห้อง วันนี้คือวันปิดรายห้อง" · ถามห้อง: "ระบบของคุณตอนนี้ ใครสมัครก็อ่านได้แบบนี้เหมือนกันไหมครับ" — คำตอบคือใช่ทุกคน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 — "หน้าเว็บของเราคุยกับฐานข้อมูลตรง ๆ ไม่มีเซิร์ฟเวอร์ของเรากั้นอยู่ตรงกลาง นี่คือราคาของความสะดวกที่ Firebase ให้มา" · หยุดที่กล่องเข้มตรงกลาง — "กล่องนี้คือ Security Rules ยามคนเดียวที่เรามี ถ้ายามหลับ ข้อมูลไหลออกทางขวาเลย" · ชี้กล่องขวา — "ในนั้นมีชื่อคน เหตุผลการลา ข้อมูลที่กฎหมาย PDPA คุ้มครอง"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"Security Rules อ่านว่า ซี-เคียว-ริ-ตี้ รูลส์ ในหลักสูตรนี้เรียกว่า ยามเฝ้าประตูโฟลเดอร์" · ย้ำบรรทัดสอง — "มันอยู่ฝั่ง Firebase ไม่ได้อยู่ในหน้าเว็บ นี่คือความหมายแรกของประโยคแกนของวันนี้ ของสำคัญอยู่ฝั่งที่ผู้ใช้แตะไม่ได้"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"หลายคนทำหน้ารายการที่พนักงานเห็นเฉพาะของตัวเองแล้ว นั่นดีครับ แต่มันคือการกรองที่หน้าจอ เมื่อกี้ผมเพิ่งพิสูจน์ให้ดูว่าคนแปลกหน้าอ้อมหน้าจอไปหยิบจากฐานตรง ๆ ได้" · เปรียบ: ซ่อนสวิตช์ไฟไม่ได้แปลว่าตัดไฟ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"วันนี้ไม่มีการท่องไวยากรณ์ไฟล์กฎแม้แต่บรรทัดเดียว หลักเดิมของหลักสูตรนี้ — AI เป็นคนพิมพ์ เราเป็นคนอ่านแล้วบอกว่าอะไรขาด" · โยงกับ CLAUDE.md สัปดาห์ที่แล้วที่ใช้วิธีเดียวกัน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อ่านออกเสียงทีละข้อช้า ๆ · ข้อ 2 ขยาย — "แปลว่าปลอมชื่อคนอื่นยื่นเอกสารไม่ได้ เพราะช่องเจ้าของต้องตรงกับ uid ของคนที่ล็อกอินจริง" · ข้อ 3 ขยาย — "ของ FixIt คนที่เห็นทุกใบคือช่างซ่อมกับผู้ดูแล ของ LeaveEasy คือหัวหน้า แล้วของหัวข้อของคุณคือใคร ให้คิดค้างไว้"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ข้อ 4 — "ผู้แจ้งกดปิดงานตัวเองไม่ได้ พนักงานกดอนุมัติใบลาตัวเองไม่ได้" · หยุดที่ข้อ 5 ให้นานที่สุด — "ข้อนี้คือข้อที่คนลืมมากที่สุดในโลก และเป็นต้นเหตุข่าวข้อมูลรั่วจริง ๆ" · บอกให้ถ่ายรูปสองสไลด์นี้เก็บไว้ ใบงานบ่ายนี้ใช้ทั้งห้าข้อ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"หลายคนเขียนกฎให้ tickets เสร็จแล้วสบายใจ แต่โฟลเดอร์ comments ที่ซ้อนข้างในยังเปิดอยู่ ระบบดูปกติทุกอย่าง ข้อมูลรั่วเงียบ ๆ" · บอกว่าเดี๋ยวจะพิสูจน์ใน Playground ให้ดูว่าโฟลเดอร์ย่อยปิดจริงไหม · ของ LeaveEasy คือ approvals ที่ซ้อนใน leaveRequests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บอกก่อนวาง — "ปกติเราสั่งสั้นแล้วขอแผน แต่ตรงนี้เป็นเช็กลิสต์ความปลอดภัยกับชื่อ field ที่ห้ามสะกดผิด ผมจึงวางให้ครบ" · เน้นบรรทัดสุดท้ายของ prompt — "การบังคับให้มันบอกว่าบล็อกไหนตรงข้อไหน คือวิธีตรวจที่เร็วที่สุดสำหรับคนที่อ่านไวยากรณ์ไม่ออก" · prompt ฉบับเต็มอยู่ในใบงานบ่ายนี้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เข้าเดโมขั้นที่ 2 ตรงนี้ (5 นาที) — สั่งเขียนกฎจริงแล้วกวาดตาตรวจ 4 คำถามนี้ให้ห้องดู · คำถามสุดท้ายสำคัญ — "บางครั้ง AI ทิ้งบล็อกทดสอบที่อนุญาตทุกคนไว้ท้ายไฟล์ ต้องกวาดตาให้จบไฟล์" · ย้ำว่านี่คือทักษะที่ใบงานวัดจริง: อ่านแล้วบอกว่าอะไรขาด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3 (3 นาที) — ให้ Claude ส่งกฎขึ้นไป แล้วกลับไปรีเฟรชหน้าจอของคนแปลกหน้า ให้ห้องเห็นข้อมูลหายไปกับตา · ย้ำว่าไม่ต้องจำคำสั่ง "เหมือนตอนส่งกุญแจประตูหน้าบ้านขึ้นไปสัปดาห์ที่แล้วครับ พิมพ์ภาษาไทยบอกมันเหมือนเดิม" · เตือนอาการคลาสสิก: แก้กฎในเครื่องแล้วงงว่าทำไมออนไลน์ยังรั่ว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ประโยคที่ต้องพูด — "หน้าจอของคุณผ่านเสมอ เพราะคุณคือเจ้าของข้อมูล การทดสอบที่นับได้มีแบบเดียวคือสวมรอยเป็นคนอื่นแล้วลองเข้า" · นี่คือกติกาบังคับของใบงานบ่ายนี้ด้วย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4 (4 นาที) — Playground ทดสอบ tickets แล้วต่อด้วยโฟลเดอร์ย่อย comments ให้เห็น Denied ทั้งคู่ · "Playground แปลว่าสนามทดสอบกฎ อยู่ในหน้า Rules ของ Firebase Console ใช้ลองได้โดยไม่ต้องแตะข้อมูลจริง" · ชี้คำว่า Denied — "คำนี้คือคำที่เราอยากเห็น แปลว่ายามทำงาน"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"บ่ายนี้อาการที่จะเจอกันมากที่สุดคือ permission denied ทุกหน้า ผมบอกไว้ก่อนเลยว่าเป็นเรื่องปกติและเป็นสัญญาณดี วิธีเดินคือเปิดกฎทีละโฟลเดอร์แล้วทดสอบทีละอัน อย่าเขียนรวดเดียวทั้งไฟล์แล้วงมทั้งก้อน" · อยู่ในตาราง 🆘 ของใบงานเป็นข้อแรก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เชื่อม Module 1 — "PDPA ที่เรียนเดือนแรกคือกฎหมาย วันนี้เราเห็นรูที่ข้อมูลรั่วออกจริง และเห็นวิธีอุด" · ย้ำเงื่อนไข: ปลดล็อกเฉพาะคนที่ทดสอบสวมรอยผ่านแล้วเท่านั้น ไม่ใช่เขียนกฎเสร็จอย่างเดียว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อ่านทีละข้อ แล้วให้คนที่ยังไม่ชัดเรื่องโฟลเดอร์ย่อยพิมพ์เลข 5 ในแชท ตอบให้จบก่อนพัก · เก็บคำถามอื่นให้ TA จดเข้าธนาคารคำตอบสด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บอกทิ้งท้ายให้คนอยากกลับมา — "หลังพัก ผู้ใช้ของ FixIt จะกดปุ่มเดียวแล้ว AI ทำงานให้เขา นี่คือเรื่องหลักของสัปดาห์นี้" · จับเวลาบนจอ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เปิดช่วงด้วยประโยคเปลี่ยนบทบาท — "หกสัปดาห์ที่ผ่านมา เราใช้ AI สร้างระบบ ตั้งแต่นาทีนี้ ระบบของเราจะเป็นฝ่ายเรียก AI เองเพื่อทำงานให้ผู้ใช้" · นี่คือช่วงที่ยาวที่สุดของวัน 90 นาที มีสาธิตสดตลอด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บอกก่อนว่าสองแถบนี้ไม่มีอันไหนผิด มันคือคนละบทบาทที่จะอยู่คู่กันต่อจากนี้ · ชี้แถบบนไล่ซ้ายไปขวา — "เราพิมพ์สั่ง Claude Code ได้โค้ดมา อันนี้ทำมาหกสัปดาห์แล้ว" · เลื่อนลงแถบล่าง หยุดที่กล่องเข้มขวาสุด — "ตัวนี้ทำงานตอนที่ผู้ใช้กดปุ่ม โดยที่เราไม่ได้นั่งอยู่ตรงนั้นเลย ระบบเรียกเอง" · ปิดด้วย "สังเกตว่าคนซ้ายสุดของแถบล่างไม่ใช่เรา แต่เป็นผู้ใช้"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 2 วินาที แล้วพูดว่า "ฟีเจอร์แบบนี้แหละที่ทำให้ระบบของคุณต่างจากแบบฟอร์มธรรมดา และมันคือของส่งมอบของสัปดาห์นี้"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เล่าภาพก่อนเห็นของจริง — "ลองนึกถึงป้าสมศรีที่พิมพ์ว่า แอร์ห้องประชุมมีน้ำหยด แกไม่ต้องรู้ว่านี่คือหมวดแอร์หรือหมวดประปา กดปุ่มเดียวระบบช่วยเลือกให้ แล้วแกยังแก้ได้ถ้าไม่เห็นด้วย" · บอกว่าอีกสิบนาทีจะเห็นของจริงในเดโม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ทวน 30 วินาที ห้ามยืด — ชี้ทีละกล่อง "สั่งสั้น · ให้มันเขียนแผน · เราตรวจ · ค่อยลงมือ" · หยุดที่กล่องเข้ม — "วันนี้จังหวะตรวจแผนสำคัญเป็นพิเศษ เพราะแผนของฟีเจอร์ AI มักขาดของสำคัญสองอย่าง เดี๋ยวเจอกันในเดโม" · ทั้งช่วงนี้ใช้วงจรนี้ตลอด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"OpenRouter อ่านว่า โอ-เพ่น-เร้า-เตอร์ นึกภาพเคาน์เตอร์สั่งอาหารที่มีครัวหลายร้านต่ออยู่ข้างหลัง เราสั่งที่เดียว แล้วเลือกได้ว่าให้ครัวไหนทำ" · เชื่อม Module 1 — "ตอนนั้นเราเรียนว่าโมเดลแต่ละตัวเก่งไม่เท่ากัน ราคาไม่เท่ากัน วันนี้จะได้สลับโมเดลด้วยมือตัวเองแล้วเห็นความต่างจริง"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ประกาศวิธีแจก — "คีย์รายคนจะส่งให้ทางแชทส่วนตัวตอนพักเที่ยง ห้ามโพสต์ในห้องรวมเด็ดขาด" · ย้ำเรื่องวงเงิน — "ทุกใบมีวงเงินจำกัด เพราะฉะนั้นถ้าคีย์หลุด ความเสียหายมีเพดาน แต่เราจะไม่ทำให้มันหลุดตั้งแต่แรก สไลด์ถัดไปคือวิธี"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5 (3 นาที) — ทำสามขั้นนี้ให้ดูจริง · "จำลำดับนี้ให้ขึ้นใจ กัน Git มองเห็นก่อน แล้วค่อยวางคีย์ .gitignore คือรายชื่อไฟล์ที่ Git ห้ามเก็บ ตั้งกันไว้แล้วตั้งแต่สัปดาห์ที่แล้ว" · "รายการไฟล์ที่มันแสดงมาคือหลักฐาน ถ้าชื่อไฟล์ไม่โผล่ แปลว่าคีย์จะไม่ติดไปกับ commit — พิมพ์บอกมันว่า แสดงรายการไฟล์ที่กำลังจะส่งขึ้น GitHub ให้ผมดู" · เตือน: เผลอ push คีย์ = แจ้งผู้สอนเพิกถอนทันที ลบ commit อย่างเดียวไม่พอ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w8-demo-fixit.md → ก้อน B · จบแล้วกลับเข้าสไลด์หน้า 35 · พูดว่า "ก่อนเขียนฟีเจอร์ AI สักบรรทัด ผมจัดการเรื่องกุญแจก่อน เพราะถ้าทำทีหลัง มันจะหลุดขึ้น GitHub ไปแล้ว"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ประโยคที่ต้องพูดทุกครั้งที่แจกคีย์ — "คีย์ที่คุณใส่ในเว็บวันนี้ คนอื่นเปิดดูได้ เรายอมรับได้ในคาบเรียนเพราะผมตั้งวงเงินไว้ให้แล้ว แต่ถ้าเป็นระบบจริง ห้ามทำแบบนี้ — ต้องมีตัวกลางเก็บคีย์ไว้ฝั่งที่ผู้ใช้แตะไม่ได้" · บอกว่าก่อนจบช่วงนี้จะให้ทุกคนเปิดดูคีย์ตัวเองในเว็บจริงด้วยตา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บอกว่าสองแถบนี้คือหลักเดียวกันมองจากคนละด้าน ไม่ใช่ถูกกับผิด · ชี้แถบบน — "เช้านี้เราเพิ่งย้ายอำนาจตัดสินไปฝั่งที่ผู้ใช้แตะไม่ได้ มันจึงกันได้จริง" · หยุดที่กล่องเข้มแถบล่าง — "คีย์วันนี้ยังอยู่ผิดฝั่ง เรารู้ตัว เราจำกัดความเสียหายด้วยวงเงิน และเราจะจดลง Backlog ว่า Sprint 2 ต้องย้าย" · ปิดด้วยประโยคแกนของวัน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"เราจะไต่สองระดับ ระดับ 1 คือปุ่มเดียวทำงานเดียว ผู้ใช้กด ระบบถาม AI หนึ่งคำถาม เอาคำตอบมาเติมหนึ่งช่อง" · ถามห้องบรรทัดสุดท้ายจริง ๆ ให้พิมพ์ในแชท — ระบบสมาชิก จัดประเภทลูกค้า ระบบร้านซ่อม จัดประเภทงาน ทุกโครงงานมีงานคัดแยกของตัวเอง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ไล่นิ้วซ้ายไปขวา — "กด · ส่ง · ตรวจ · เติม" · หยุดที่กล่องเข้ม — "กล่องนี้คือกล่องที่แยกระบบที่รอดกับระบบที่พัง AI ตอบนอกรายการที่มีจริงได้เสมอ ถ้าเราเอาคำตอบไปบันทึกโดยไม่ตรวจ ฐานข้อมูลเราจะมีหมวดที่ไม่มีอยู่จริง" · กล่องขวาสุด — "เติมพร้อมป้ายบอกผู้ใช้ว่านี่คือข้อเสนอจาก AI"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"สองบรรทัดเท่านี้ครับ เหมือนทุกสัปดาห์" · บอกว่าแผนที่ได้กลับมามักมี 4 ข้อ: เพิ่มปุ่ม · ส่งข้อความให้ AI · รับคำตอบมาใส่ช่อง · บันทึก — ให้ห้องช่วยกันดูในเดโมว่าแผนนี้ขาดอะไร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6–7 ตรงนี้ (12 นาที) — เรียก AI สำเร็จครั้งแรก แล้วทำปุ่มระดับ 1 ตามวงจร 4 จังหวะ · ตอนแผนมา ถามห้องว่าขาดอะไร รอ 5 วินาที แล้วเฉลยสองข้อนี้ · "ถ้าไม่ส่งรายการไปด้วย AI จะตั้งหมวดใหม่เอง ถ้าไม่ตรวจก่อนบันทึก หมวดที่ไม่มีจริงจะไหลลงฐาน"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"ก้อนข้อความนี้ยาวได้ และเป็นข้อยกเว้น เพราะมันไม่ใช่คำสั่งที่เราพิมพ์คุยกับ Claude มันคือข้อความที่ระบบส่งให้ AI ทุกครั้งที่ผู้ใช้กดปุ่ม กติกากับตัวอย่างต้องครบ" · ข้อสาม — "การให้ตัวอย่างคำตอบ เดือนที่ 1 เราเรียกว่า Few-shot จำได้ไหมครับ" · ในใบงานให้ AI ร่างก้อนนี้แล้วผู้เรียนตรวจ 3 ข้อนี้เอง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8 ตรงนี้ (6 นาที) — จุดที่ตั้งใจให้พังจุดที่ 2: ลบกติกาการตอบออกจากข้อความที่ส่งให้ AI แล้วให้ห้องเห็น AI ตอบเป็นย่อหน้ายาว และเห็นระบบปฏิเสธคำตอบแทนที่จะพัง · พูดตอนพัง: "เห็นไหมครับ ผมเองก็เจอ — และระบบไม่พัง เพราะชั้นตรวจก่อนบันทึกยังอยู่"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อ่านทีละแถว — "สามข้อนี้คือเส้นแบ่งระหว่างของเล่นกับของจริง และอยู่ในเกณฑ์ตรวจงานสัปดาห์นี้ตรง ๆ" · ข้อ 3 ขยาย: "AI เป็นตัวช่วย ไม่ใช่ทางผ่านบังคับ ถ้า AI ล่มแล้วผู้ใช้ทำงานต่อไม่ได้เลย แปลว่าออกแบบผิด" · ใบงานบ่ายนี้บังคับทดสอบปิดเน็ตจริง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เชื่อม Module 1 เรื่องข้อจำกัดของ AI — "ป้ายนี้คือหน้าที่ตามหลักที่เราเรียนกันตั้งแต่เดือนแรก ไม่ใช่การตกแต่งหน้าจอ" · เล่าตัวอย่าง: ถ้าไม่มีป้าย ผู้ใช้จะเชื่อว่าระบบตัดสินแล้ว และโทษระบบเมื่อผิด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สไลด์ทวนกลางช่วง (ผ่านมา ~45 นาที) — ให้แต่ละคนพิมพ์ 🟢🟡🔴 ในแชทว่าตามทันไหม · ถ้ามี 🔴 เยอะ ให้ทวนเส้นทางปุ่ม AI อีกหนึ่งนาทีก่อนขึ้นระดับ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"ระดับ 1 คือถามหนึ่งคำถามได้หนึ่งคำตอบ ระดับ 2 คือมอบหมายงานหนึ่งชิ้น แล้วผู้ช่วยไปไล่ทำเป็นขั้น ๆ เอง เหมือนต่างกันระหว่างถามทางกับจ้างไกด์" · คำว่า agentic คือคำเดียวกับใน Agentic AI ที่เป็นหัวข้อสัปดาห์นี้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ไล่ทีละกล่อง — "อ่านข้อมูลมากกว่าหนึ่งที่ · ตัดสินใจหรือสรุป · เขียนผลกลับลงฐาน" · หยุดที่กล่องเข้มขวาสุด — "กล่องนี้คือความต่างของมืออาชีพ ผู้ช่วยที่ทำงานหลายขั้นต้องทิ้งบันทึกไว้ว่าอ่านอะไรไปบ้าง ไม่งั้นข้อเสนอของมันคือของลอยมาจากไหนไม่รู้ และไม่มีใครกล้าเชื่อ"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9 ตรงนี้ (9 นาที) — ทำผู้ช่วยระดับ 2 ให้ดูจริงตามวงจร 4 จังหวะ · เล่าเรื่องก่อน: "ผู้ดูแลเปิดใบแจ้งซ่อมเรื่องแอร์ กดปุ่มเดียว ผู้ช่วยไปเปิดประวัติว่าใครเคยปิดงานแอร์บ้าง แล้วเสนอชื่อพร้อมเหตุผลมาให้ ผู้ดูแลเป็นคนกดยืนยันเอง" · เชื่อม LeaveEasy: "ของใบงานคือสรุปประวัติการลาให้หัวหน้าอ่านก่อนกดอนุมัติ โครงเดียวกันเป๊ะ"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ชี้แถวล่างสุด — "แถวนี้คือเส้นแบ่งจริง ระดับ 2 ต้องตอบได้ว่าไปอ่านอะไรมากี่รายการเมื่อไร" · บอกว่าใน Firestore เราเก็บเป็นช่องเพิ่มในไฟล์ เช่น ข้อเสนอหนึ่งช่อง บันทึกการทำงานอีกหนึ่งช่อง เดี๋ยวเห็นในเดโม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"กติกาสามข้อของระดับ 1 ตามมาที่ระดับ 2 ครบทุกข้อ และเพิ่มอีกหนึ่ง — คนที่กดยืนยันต้องเป็นบทบาทที่มีสิทธิ์ตามกฎเมื่อเช้า" · ชี้ให้เห็นว่าสองเรื่องของวันนี้มาบรรจบกัน: Rules เช้ากันคนไม่มีสิทธิ์ ผู้ช่วย AI สายเสนอให้คนมีสิทธิ์ตัดสิน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10 ตรงนี้ (4 นาที รวมสไลด์ถัดไป) — สลับโมเดลสำรองแล้วกดปุ่มเดิมให้เห็นผลต่างกัน · เชื่อม Module 1: "ตอนนั้นเรียนเป็นทฤษฎีว่าโมเดลต่างกันให้ผลต่างกัน วันนี้พิสูจน์กับระบบตัวเอง" · ⚠️ ชื่อโมเดลหลักและสำรองประกาศตอน 13:00 — ผู้สอนทดสอบเช้าวันสอนแล้วเท่านั้น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ทำให้ดูจริงบนเว็บ FixIt ที่ deploy แล้ว — "ผมไม่ได้ทำอะไรพลาด นี่คือธรรมชาติของเว็บที่ไม่มีตัวกลาง" · บ่ายนี้ทุกคนต้องเปิดดูคีย์ตัวเองด้วยตา แล้วจดบรรทัด Backlog นี้จริง ๆ — ความรู้ที่เห็นกับตาอยู่ทนกว่าความรู้ที่ถูกบอก · หลังคาบผู้สอนเพิกถอนคีย์ใบที่ใช้สาธิต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อ่านทีละข้อ ให้พิมพ์เลขข้อที่ยังไม่ชัดในแชท · เรื่องที่มักถามตรงนี้คือความต่างระดับ 1 กับ 2 — ตอบสั้น: "ระดับ 1 ถามหนึ่งได้หนึ่ง ระดับ 2 อ่านหลายที่ ตัดสินใจ แล้วทิ้งบันทึกไว้"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เปิดช่วงด้วยคำถาม — "สามสัปดาห์มานี้ ใครเป็นคนตรวจงานที่ AI เขียนให้เราครับ" รอคำตอบ แล้วสรุป "เราเอง และเราตรวจได้เท่าที่เรารู้ ช่วงนี้สั้น ๆ 25 นาที เราจะตั้ง AI อีกตัวที่ไม่ได้เป็นคนเขียน มาเป็นคนตรวจ"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 — "ใครเคยอ่านงานตัวเองสามรอบ แล้วเพื่อนยังเจอคำผิดบ้าง" ให้พิมพ์ในแชท · "AI เป็นแบบเดียวกันเป๊ะ ความจำของบทสนทนาที่เขียนโค้ดยังค้างอยู่ มันเลยมองข้ามที่ผิดของตัวเอง"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"Sub-agent อ่านว่า ซับ-เอ-เจนท์ แปลว่าผู้ช่วย AI อีกตัวที่มีหน้าที่เฉพาะ ไม่ต้องไปสมัครอะไรใหม่" · เน้นบรรทัดสาม — "มันเริ่มด้วยความจำเปล่า เห็นแต่โค้ดที่มีอยู่จริง นี่คือเหตุผลที่มันเจอสิ่งที่ตัวเขียนมองข้าม เรื่องเดียวกับ context ที่เรียนสัปดาห์ที่ 6"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ชี้กล่องแรก — "เราไม่ไปหาเมนูตั้งค่าที่ไหน พิมพ์สั่งเป็นภาษาไทยให้ Claude สร้างไฟล์ให้ วิธีนี้ใช้ได้เหมือนกันทุกเวอร์ชัน" · หยุดที่กล่องเข้ม — "จังหวะนี้เป็นของเรา เปิดไฟล์ที่มันสร้างมาอ่านด้วยตา ถ้าไม่อ่าน เราจะตอบไม่ได้ตอน Consult ว่าใครตรวจงานเรา" · กล่องขวา — "ค่อยสั่งให้เริ่มตรวจ" · นี่คือวงจรเดิม เปลี่ยนจากตรวจแผนเป็นตรวจไฟล์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บอกเหตุผลที่ยาวก่อน — "เป็นรายการสิ่งที่ต้องตรวจ ตกข้อเดียวคือมีรูที่ไม่มีใครดู" · ชี้ข้อ 1 — "ให้คนตรวจมาตรวจกฎที่เราเขียนเมื่อเช้าด้วย สองเรื่องของวันนี้เจอกันตรงนี้" · ชี้บรรทัดสุดท้าย — "ห้ามแก้โค้ดเอง คือบรรทัดที่สำคัญที่สุด ไม่งั้นโค้ดจะเปลี่ยนโดยที่เราไม่ได้อ่าน"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11 ตรงนี้ (6 นาที) — สร้าง เปิดอ่าน แล้วสั่งตรวจจริง · เปิดไฟล์บนจอ ชี้ทีละส่วนว่าตรงไหนคือชื่อ หน้าที่ ขอบเขต · "ไฟล์ที่ยังไม่ได้อ่าน ถือว่ายังไม่เสร็จ — หลักเดียวกับไฟล์กฎเมื่อเช้า"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w8-demo-fixit.md → ก้อน C · จบแล้วกลับเข้าสไลด์หน้า 61 · พูดว่า "ผมจะไม่เปิดเมนูตั้งค่าอะไรเลย ผมพิมพ์สั่งเป็นภาษาไทย ให้ Claude สร้างไฟล์ของคนตรวจให้"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"เห็นรายงานสามสิบข้อแล้วอย่าเพิ่งท้อ จัดกองเสร็จ กองแดงมักเหลือ 3–5 ข้อ" · กติกาการอ่าน: ต้องย้ายกองอย่างน้อย 1 ข้อพร้อมเหตุผล — ถ้าเห็นด้วยทุกข้อโดยไม่ย้ายเลย แปลว่ายังไม่ได้อ่านจริง · ให้ผลเขียนลงไฟล์ review-notes.md เสมอ เป็นของส่งมอบ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ประโยคที่ต้องพูด — "ห้ามพิมพ์ว่า แก้ทั้งหมดให้ที เด็ดขาด ระบบที่ใช้งานได้จะพังทั้งระบบในสองนาที" · คนตัดสินใจว่าแก้อะไรคือคุณ ไม่ใช่ AI · Reviewer เดาผิดได้เหมือน AI ทุกตัว รายงานที่ว่าผ่านหมดก็ไม่ใช่ใบรับประกัน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12 (4 นาที) — จัด 3 กองแล้วแก้กองแดง 1 ข้อให้ดูจบวง · "แก้ทีละข้อ commit ทีละข้อ พอพังจะรู้ทันทีว่าพังเพราะข้อไหน วินัยเดิมตั้งแต่สัปดาห์ที่ 6" · บรรทัดสุดท้ายคือกติกาของบ่ายนี้ด้วย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ทวนเร็ว · ถ้าเวลาไม่พอ บอกตรง ๆ ว่าส่วน Reviewer ของบ่ายนี้ยกไปทำระหว่างสัปดาห์ได้ แต่ต้องเสร็จก่อนส่งงาน เพราะเป็นของส่งมอบตามคู่มือ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เหลือเวลาให้ส่วนนี้อย่างน้อย 8 นาที เพราะเป็นสะพานเข้า Workshop · ถ้าเวลาหาย ให้ตัดการทวนช่วงที่ 3 ไม่ใช่ตัดตารางเทียบ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อ่านสามบรรทัด แล้วโยงกลับประโยคแกนของวัน — "ทั้งสามเรื่องคือประโยคเดียวกัน ของสำคัญอยู่ฝั่งที่ผู้ใช้แตะไม่ได้ กฎอยู่ฝั่ง Firebase คีย์ต้องมีวงเงินเพราะยังอยู่ผิดฝั่ง และคนตรวจต้องไม่ใช่คนเขียน"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ฉายค้าง 1 นาที — "เช้านี้ผมทำกับ FixIt · บ่ายนี้ทุกคนทำ LeaveEasy พร้อมกัน · แล้วช่องขวาสุดคือการบ้าน หัวข้อของตัวเอง" · แถวสอง ย้ำเรื่องโฟลเดอร์ย่อย — "กฎข้อ 5 ของคุณ คือโฟลเดอร์ในช่องนี้"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แถวบนคือระดับ 1 แถวล่างคือระดับ 2 · ปิดด้วยคำถามประจำหลักสูตร — "หัวข้อของคุณ งานคัดแยกคืออะไร และใครในระบบของคุณที่ควรได้ผู้ช่วยสรุปข้อมูลก่อนตัดสินใจ" · ให้พิมพ์คำตอบลงแชทก่อนพักเที่ยง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บอกก่อนว่า "ใบงานวันนี้ออกแบบให้เสร็จใน 2 ชั่วโมง เวลาที่เหลือคือเวลาสำรอง ไม่มีงานต่อยอดให้ทำเพิ่ม" · "ลำดับตัดคือ A → B → C → D · ส่วน B ต้องเสร็จในคาบ · ส่วน D ยกไปทำในการบ้านได้ แต่ต้องเสร็จก่อนส่ง เพราะ Reviewer เป็นของส่งมอบตามคู่มือ" · ใบงานอยู่ใน Google Classroom แล้ว ให้เปิดอ่าน "สิ่งที่ต้องมีก่อนเริ่ม" ตอนพักเที่ยง · คีย์ OpenRouter ส่งให้ทางแชทส่วนตัวรายคนตอน 13:00 พร้อมชื่อโมเดลหลักและสำรอง · ประกาศกำหนดส่ง: ใบงาน (LeaveEasy) วาง URL repo ภายในจันทร์ 14 ก.ย. · การบ้าน (หัวข้อตัวเอง) ภายในศุกร์ 18 ก.ย. ย้ำว่าส่ง URL repo ลิงก์เดียวเท่านั้น URL เว็บออนไลน์ให้เขียนไว้บนสุดของ README.md ในrepo และก่อนส่งต้องให้ Claude แสดงรายการไฟล์บน GitHub ให้ดูก่อนว่าไม่มีไฟล์คีย์ปนไป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"ถ้าทำไม่ทัน ให้ถึงจุดที่ 2 เป็นอย่างน้อย — ห้ามจบสัปดาห์นี้โดยที่กฎยังเปิดกว้าง เพราะระบบอยู่บนอินเทอร์เน็ตแล้ว" · จุดที่ 1 ต้องทดสอบด้วยการสวมรอยจริง ไม่ใช่ดูหน้าจอตัวเอง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อ่านช้า ๆ — "ข้อสองไม่ใช่คำแนะนำ เป็นเกณฑ์ผ่าน Module คนที่ไม่มี commit เลยคือยังไม่ผ่าน" · ข้อสามมีไว้จับว่าเดินเร็วเกินไปหรือเปล่า · วางลิงก์ตารางห้องย่อยในแชทก่อนพักเที่ยง · ย้ำไฟจราจร 🟢🟡🔴 กับการโพสต์ screenshot ทุก Checkpoint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ปิดคาบด้วยคำถามนี้เสมอ · ให้ทุกคนพิมพ์คำตอบสองบรรทัดลงแชทก่อนพักเที่ยง — บรรทัดแรก ใครควรเห็นข้อมูลของใคร · บรรทัดสอง ผู้ช่วย AI ของคุณจะช่วยงานไหน · TA กวาดตาดูว่าใครยังตอบไม่ได้ แล้วจัดคิว Consult ให้เลย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ระบบมียามเฝ้า และมีผู้ช่วย — ปิดข้อมูล · Agentic AI · Reviewer</a:t>
            </a:r>
          </a:p>
          <a:p>
            <a:pPr>
              <a:spcBef>
                <a:spcPts val="1400"/>
              </a:spcBef>
            </a:pPr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ADT-RAISE Batch 2 · Module 2 · สัปดาห์ที่ 8</a:t>
            </a:r>
          </a:p>
          <a:p>
            <a:pPr>
              <a:spcBef>
                <a:spcPts val="1400"/>
              </a:spcBef>
            </a:pPr>
            <a:r>
              <a:rPr sz="18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12 กันยายน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สัปดาห์ที่แล้ว ระบบของคุณออกสู่โลกแล้ว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🌐 มี URL จริงที่คนอื่นเปิดได้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🔑 มีล็อกอิน และกุญแจประตูหน้าบ้าน 1 ข้อ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✍️ เพิ่ม ดู แก้ ลบ ข้อมูลได้ครบ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วันนี้ระบบได้ของใหม่ 2 อย่าง — ยาม และ ผู้ช่วย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🛡️ ยามเฝ้าข้อมูล — ปิดข้อมูลรายห้อง (40 นาที)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🤖 ผู้ช่วย AI ในระบบ — เรื่องหลักของวันนี้ (90 นาที)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🔍 ปิดท้าย: คนตรวจงาน (Reviewer) (25 นาที)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ของสำคัญต้องอยู่ฝั่งที่ผู้ใช้แตะไม่ได้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1 — ปิดข้อมูลรายห้องด้วย Security Rules ⏱ 40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การทดลองเปิดคาบ — ผมจะสมัครเป็นคนแปลกหน้า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FixIt ออนไลน์อยู่แล้วตั้งแต่สัปดาห์ที่แล้ว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ผมจะสมัครบัญชีใหม่ที่ระบบไม่เคยรู้จัก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แล้วดูว่าคนแปลกหน้าคนนี้เห็นอะไรได้บ้าง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🎬💥 ดูของจริง — เปิดรูรั่วแล้วปิดด้วยเช็กลิสต์ 5 ข้อ ⏱ 18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💥 สมัครบัญชีใหม่ แล้วเห็นใบแจ้งซ่อมของทุกคนทันที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 Claude เขียนกฎ 5 ข้อ แล้วตรวจด้วยตา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deploy กฎ แล้วดูข้อมูลรั่วปิดลงจริงต่อหน้า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ทดสอบสวมรอยใน Playground ทั้งใบแม่และโฟลเดอร์ย่อย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ล็อกอินไม่เท่ากับปลอดภัย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ทำไมกุญแจของสัปดาห์ที่แล้วยังไม่พอ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กฎมีข้อเดียว: "ต้องล็อกอินก่อน"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แต่ใครก็สมัครบัญชีใหม่ได้เสมอ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สมัครเสร็จ = ล็อกอินแล้ว = เดินเข้ามาได้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สิ่งเดียวที่ยืนกั้นระหว่างผู้ใช้กับข้อมูล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หน้าเว็บของผู้ใช้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2167128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ยามตรวจสิทธิ์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ข้อมูลใน Firestore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Security Rules — ยามเฝ้าประตูโฟลเดอร์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แปลว่า กฎความปลอดภัย ที่เขียนไว้ฝั่ง Firebase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ผู้ใช้แตะไม่ได้ แก้ไม่ได้ ปิดไม่ได้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ตรวจทุกคำขออ่านและเขียน ไม่ตรงกฎคือปฏิเสธ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ซ่อนปุ่ม ไม่ใช่การป้องกัน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หน้าจอที่กรองข้อมูล คือการจัดหน้าบ้านให้ดูดี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คนที่รู้ทาง ขอข้อมูลตรงจากฐานได้เสมอ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สิ่งที่กันได้จริงมีอย่างเดียว: กฎฝั่ง Firebase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เราจะไม่เรียนไวยากรณ์ของ Rules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 Claude เขียนกฎให้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งานของเรา: ตรวจว่าครบเช็กลิสต์ 5 ข้อ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 ทดสอบว่ากันได้จริง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เช็กลิสต์ปิดข้อมูล 5 ข้อ (ข้อ 1–3)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#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ข้อ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คนไม่ล็อกอิน อ่านอะไรไม่ได้เลย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2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เขียนข้อมูลใหม่ได้เฉพาะในชื่อตัวเอง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อ่านได้เฉพาะของตัวเอง ยกเว้นบทบาทที่มีสิทธิ์เห็นทั้งหมด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เช็กลิสต์ปิดข้อมูล 5 ข้อ (ข้อ 4–5)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#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ข้อ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เปลี่ยนสถานะได้เฉพาะบทบาทที่มีสิทธิ์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5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⚠️ กฎของโฟลเดอร์ย่อย ต้องเขียนแยกต่างหาก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 5 — กฎของแม่ไม่ครอบลูก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29844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tickets/            ← เขียนกฎแล้ว ✅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📄 t001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📁 comments/     ← ต้องมีกฎของตัวเอง ไม่งั้นเปิดโล่ง 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เขียนกฎ — กรณียกเว้น ยาวได้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847088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847088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กรณียกเว้น — เช็กลิสต์ความปลอดภัย ตกข้อเดียวข้อมูลรั่ว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เขียน Security Rules ให้ FixIt ตามเช็กลิสต์ 5 ข้อนี้ครบทุกข้อ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(วางเช็กลิสต์ 5 ข้อ + โครงสร้างโฟลเดอร์และชื่อ field จาก CLAUDE.md)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เขียนเสร็จแล้วอธิบายทีละบล็อกว่าบล็อกนั้นตรงกับข้อไหน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52044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ยาวได้เพราะตกข้อเดียวคือข้อมูลรั่ว งานอื่นกลับไปสั่งสั้น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ตรวจไฟล์กฎที่ได้มา — 4 คำถาม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มีบล็อกครบทุกโฟลเดอร์ไหม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มีบล็อกของโฟลเดอร์ย่อยไหม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 request.auth อยู่ทุกบล็อกไหม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มีบล็อกที่อนุญาตทุกคนหลงเหลืออยู่ไหม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เขียนกฎเสร็จ ต้องส่งกฎขึ้นไปด้วย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078992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078992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พิมพ์แบบนี้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ช่วยส่งไฟล์กฎขึ้นไปใช้งานจริงให้ผม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523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แก้ไฟล์ในเครื่อง ≠ ยามเริ่มทำงานบนของจริง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ห้ามทดสอบด้วยการดูหน้าจอตัวเอง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ทดสอบด้วยการสวมรอย — 3 วิธี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🕵️ หน้าต่างไม่ระบุตัวตน ไม่ล็อกอิน แล้วลองอ่าน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👥 บัญชีคนแปลกหน้าเมื่อกี้ ลองเปิดของคนอื่นอีกครั้ง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🧪 Rules Playground (สนามทดสอบกฎ) ใส่ uid คนอื่น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permission denied ทุกอย่าง — เป็นเรื่องปกติ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Rules ปฏิเสธไว้ก่อนเป็นค่าเริ่มต้น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เปิดกฎทีละโฟลเดอร์ ทดสอบทีละอัน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อาการนี้แปลว่ายามตื่นแล้ว ไม่ใช่ระบบพัง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ปิดครบแล้ว จึงเริ่มใส่ข้อมูลจริงได้ (PDPA)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สองสัปดาห์ที่ผ่านมา เราห้ามใส่ข้อมูลจริงของใคร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เพราะใครสมัครก็อ่านได้ทั้งฐาน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ผ่านเช็กลิสต์ + ทดสอบสวมรอยแล้ว ข้อห้ามจึงปลดล็อก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1 คุณต้องได้สิ่งเหล่านี้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เช็กลิสต์ 5 ข้อ ถ่ายรูปเก็บไว้แล้ว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เห็นคนแปลกหน้าโดนปฏิเสธกับตา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รู้ว่าโฟลเดอร์ย่อยต้องมีกฎของตัวเอง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รู้ว่าการทดสอบที่นับได้คือการสวมรอย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☕ พัก 10 นาที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กลับมา 09:55 ตรง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กลับมาแล้ว ระบบของเราจะเรียก AI เองเป็นครั้งแรก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2 — ผู้ช่วย AI ในระบบ (Agentic AI) ⏱ 90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วันนี้บทบาทของ AI เปลี่ยน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🕐 ที่ผ่านมา — เราใช้ AI สร้างระบบ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เรา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Claude Code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โค้ดของระบบ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🤖 วันนี้ — ระบบเรียก AI เอง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ผู้ใช้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ระบบของคุณ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AI ผ่าน OpenRouter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วันนี้ระบบของเราเรียก AI เองเป็นครั้งแรก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ผู้ช่วย AI ในระบบ หน้าตาเป็นแบบนี้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ผู้แจ้งพิมพ์อาการเสีย แล้วกดปุ่มเดียว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ระบบส่งข้อความไปถาม AI แทนผู้ใช้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ช่องหมวดหมู่ถูกเติมให้เอง พร้อมป้ายกำกับ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🔁 เครื่องมือเดิมของเรา — วงจร 4 จังหวะ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สั่งสั้น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AI เขียนแผน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เราตรวจแผน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ลงมือทีละข้อ</a:t>
            </a:r>
          </a:p>
        </p:txBody>
      </p:sp>
      <p:sp>
        <p:nvSpPr>
          <p:cNvPr id="10" name="Left Arrow 9"/>
          <p:cNvSpPr/>
          <p:nvPr/>
        </p:nvSpPr>
        <p:spPr>
          <a:xfrm>
            <a:off x="822960" y="2761488"/>
            <a:ext cx="10545775" cy="292608"/>
          </a:xfrm>
          <a:prstGeom prst="lef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วนกลับไปทำรอบต่อไป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OpenRouter 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แปลว่า เคาน์เตอร์กลางสำหรับเรียก AI หลายเจ้า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สมัครที่เดียว เรียกได้หลายโมเดล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เปลี่ยนโมเดล = แก้ชื่อ 1 บรรทัด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กุญแจ (API key) ของคุณ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API key แปลว่า กุญแจประจำตัวสำหรับเรียกใช้บริการ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คนละ 1 ใบ ผู้สอนตั้งวงเงินไว้แล้วทุกใบ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ใครถือกุญแจ ก็เรียก AI ในนามคุณได้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เก็บกุญแจให้ถูกที่ — ลำดับห้ามสลับ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29844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1) เพิ่มบรรทัด  js/config.js  ลงใน .gitignore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2) ให้ Claude แสดงรายการไฟล์ที่จะส่งขึ้น ← ต้องไม่เห็นชื่อไฟล์นี้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3) ค่อยวางคีย์ลงไฟล์  js/config.js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🎬💥 ดูของจริง — ปุ่ม AI ทำงานจริง จากระดับ 1 ถึงระดับ 2 ⏱ 34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เก็บกุญแจ AI ให้ถูกที่ก่อนแตะโค้ด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ปุ่มเดียวจัดหมวดหมู่ให้ พร้อมป้ายข้อเสนอ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💥 ลบกติกาการตอบทิ้ง แล้วดูระบบไม่พังตาม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ผู้ช่วยระดับ 2 เขียนบันทึกว่าอ่านอะไรไปบ้าง (aiLog)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คีย์ที่อยู่ในหน้าเว็บ คนอื่นเปิดดูได้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เว็บของเราไม่มีตัวกลาง คีย์จึงติดไปกับหน้าเว็บ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วันนี้ยอมรับได้ เพราะผู้สอนตั้งวงเงินไว้ทุกใบ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⛔ ระบบจริงห้ามทำแบบนี้ — ต้องมีตัวกลางเก็บคีย์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เรื่องเดียวกับเมื่อเช้าเป๊ะ ๆ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🛡️ กฎเฝ้าข้อมูล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อยู่ฝั่ง Firebase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ผู้ใช้แตะไม่ได้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จึงกันได้จริง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🔑 คีย์ในหน้าเว็บ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อยู่ฝั่งผู้ใช้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ผู้ใช้เปิดดูได้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จึงเป็นความเสี่ยง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ผู้ช่วยระดับ 1 — ปุ่มเดียว งานเดียว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🎬 FixIt: จัดหมวดหมู่จากข้อความที่ผู้แจ้งพิมพ์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🔧 LeaveEasy: จัดประเภทการลาจากเหตุผล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👥 หัวข้อของคุณ: งานคัดแยกของคุณคืออะไร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เส้นทางของปุ่ม AI ระดับ 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ผู้ใช้กดปุ่ม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ส่งข้อความให้ AI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ตรวจคำตอบก่อนใช้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เติมช่องพร้อมป้าย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สั่งเพิ่มปุ่ม AI — จังหวะที่ 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847088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847088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ผมอยากเพิ่มปุ่มให้ AI ช่วยจัดหมวดหมู่ใบแจ้งซ่อม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โดยเรียกผ่าน OpenRouter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ช่วยเขียนแผนให้ผมดูก่อน อย่าเพิ่งลงมือ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จังหวะที่ 3 — แผนของฟีเจอร์ AI มักขาด 2 อย่าง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ไม่ได้ส่งรายการตัวเลือกที่มีจริงไปให้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ไม่มีการตรวจคำตอบก่อนบันทึก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จังหวะนี้คือจังหวะที่เราทำงาน ไม่ใช่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ข้อความที่ระบบส่งให้ AI ต้องมี 3 อย่าง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📋 รายการตัวเลือกที่มีจริงในระบบ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📏 กติกาตอบ: ชื่อเดียว ห้ามอธิบาย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🧪 ตัวอย่างคำถาม-คำตอบ อย่างน้อย 2 ชุด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ตรวจคำตอบก่อนบันทึก — เสมอ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ตอบนอกรายการที่มีจริงได้ทุกเมื่อ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คำตอบไม่อยู่ในรายการ → ไม่บันทึก + บอกผู้ใช้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ชั้นตรวจนี้ห้ามถอด ต่อให้ prompt ดีแล้ว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ครบ 3 อย่าง ไม่งั้นถือว่ายังไม่เสร็จ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#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ต้องมี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ตรวจอย่างไร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ป้าย "ข้อเสนอจาก AI — โปรดตรวจสอบก่อนยืนยัน"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เห็นทุกครั้งที่ AI เติมให้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2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สถานะกำลังโหลด + กันกดซ้ำ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ปุ่มเปลี่ยนข้อความ กดซ้ำไม่ได้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ข้อความไทยเมื่อเรียกไม่สำเร็จ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ปิดเน็ตแล้วระบบไม่ค้าง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ทำไมป้ายกำกับไม่ใช่ของประดับ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แต่งเรื่องได้อย่างมั่นใจ (เรียนแล้วเดือนที่ 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ผู้ใช้ต้องรู้ว่ากำลังดูข้อเสนอ ไม่ใช่คำตัดสิน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ผู้ใช้แก้เองได้เสมอ — คนเป็นคนตัดสินใจ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🧭 ครึ่งทางของช่วงนี้ — เราได้อะไรมาแล้ว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คีย์อยู่ในไฟล์ที่ Git มองไม่เห็น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ปุ่ม AI ระดับ 1 ทำงานครบวงจร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ระบบตรวจคำตอบก่อนบันทึกเสมอ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ระดับ 2 — ผู้ช่วยที่ทำงานเป็นขั้น (agentic)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agentic อ่านว่า เอ-เจน-ติก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แปลว่า ผู้ช่วยที่ทำงานหลายขั้นต่อเนื่องเอง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ไม่ใช่ถามตอบครั้งเดียวแบบระดับ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ผู้ช่วยระดับ 2 เดิน 4 ขั้นนี้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อ่านหลายที่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ตัดสินใจ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เขียนกลับ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บันทึกว่าทำอะไรไป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ระดับ 2 ของ FixIt — ผู้ช่วยมอบหมายงาน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อ่านใบแจ้งซ่อมใหม่ + ประวัติงานที่ช่างแต่ละคนเคยทำ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เสนอว่าควรมอบหมายให้ใคร พร้อมเหตุผล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เขียนข้อเสนอกลับลงใบ + บันทึกว่าอ่านอะไรไป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ระดับ 1 กับ ระดับ 2 ต่างกันตรงไหน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/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ระดับ 1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ระดับ 2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อ่าน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ข้อความเดียว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หลายที่ (ใบงาน + ประวัติ)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เติม 1 ช่อง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ตัดสินใจแล้วเขียนกลับ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ร่องรอย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บันทึกว่าทำอะไรไป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ข้อเสนอของผู้ช่วยระดับ 2 ก็ยังเป็นข้อเสนอ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ปุ่มยืนยันเป็นของคน — เฉพาะบทบาทที่มีสิทธิ์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ป้าย AI และแก้ได้เสมอ ใช้กับระดับ 2 เหมือนกัน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ไม่มีสิทธิ์กดอนุมัติหรือมอบหมายแทนใคร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ลองงานเดียวกันกับ 2 โมเดล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เปลี่ยนโมเดล = แก้ชื่อ 1 บรรทัดใน js/config.js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ผลต่างจริง: ความเร็ว · ความนิ่งของรูปแบบคำตอบ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เลือกตัวที่เหมาะ แล้วจดเหตุผลไว้ 1 บรรทัด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🔬 ก่อนจบช่วง — เปิดดูคีย์ตัวเองในเว็บจริง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URL ที่ deploy แล้ว → กด F12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จะเห็นคีย์ของตัวเองอ่านได้ด้วยตาเปล่า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จดลง Backlog Sprint 2: เปลี่ยนไปใช้ตัวกลางเก็บคีย์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2 คุณต้องได้สิ่งเหล่านี้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ปุ่ม AI ระดับ 1 พร้อมของบังคับ 3 อย่าง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เข้าใจ 4 ขั้นของผู้ช่วยระดับ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คีย์อยู่ถูกที่ และรู้ว่าทำไมยังไม่ใช่วิธีของระบบจริง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เห็นแล้วว่า 2 โมเดลให้ผลต่างกัน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3 — Reviewer: ให้ AI อีกตัวมาตรวจงาน ⏱ 25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คนเขียนตรวจงานตัวเองไม่เห็นที่ผิด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ตัวที่เขียนโค้ด ยังจำได้ว่าตั้งใจเขียนอะไร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มันจึงอ่านเจอสิ่งที่ตั้งใจ ไม่ใช่สิ่งที่เขียนจริง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เหมือนคนตรวจเรียงความที่ตัวเองเพิ่งเขียนเสร็จ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Sub-agent — ผู้ช่วย AI ที่มีหน้าที่เฉพาะ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Claude Code ตัวเดิม สวมหมวกอีกใบ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เราตั้งชื่อ หน้าที่ ขอบเขต ผ่านไฟล์ตั้งค่า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ความจำแยกจากตัวที่เขียน จึงเห็นแต่โค้ดจริง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วันนี้ตั้ง 1 ตัว: 🔍 คนตรวจ (Reviewer)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ตั้ง Reviewer — 3 จังหวะ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 Claude สร้างให้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1563624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เปิดไฟล์อ่าน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สั่งให้เริ่มตรวจ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ตั้ง Reviewer — กรณียกเว้น ยาวได้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338328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338328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กรณียกเว้น — รายการที่ต้องตรวจ ห้ามตกข้อ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2688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สร้าง sub-agent ชื่อ reviewer ให้โปรเจกต์นี้ ให้ตรวจ 5 เรื่องนี้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1. Security Rules มีรูรั่วไหม โดยเฉพาะโฟลเดอร์ย่อย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2. รับข้อมูลจากผู้ใช้แล้วบันทึกโดยไม่ตรวจก่อนไหม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3. กรณีหาข้อมูลไม่เจอ หรือเรียก AI ไม่สำเร็จ จัดการหรือยัง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4. มีคีย์หรือรหัสผ่านหลุดในโค้ดที่จะ commit ไหม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5. ชื่อช่องข้อมูลสะกดตรงกันทุกที่ไหม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ห้ามแก้โค้ดเอง ให้รายงานอย่างเดียว เขียนเป็นภาษาไทย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⭐ จังหวะที่ 2 — เปิดไฟล์ที่มันสร้างมาอ่าน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หาบรรทัด "ห้ามแก้โค้ดเอง" ให้เจอ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นับรายการที่ให้ตรวจ ครบ 5 เรื่องไหม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ขาดข้อไหน พิมพ์บอกให้เพิ่ม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ตั้งคนตรวจ (Reviewer) แล้วแก้กองแดง ⏱ 10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 Claude สร้างไฟล์ตั้งค่า Reviewer ให้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เปิดไฟล์อ่านเอง ก่อนสั่งให้เริ่มตรวจ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แก้กองแดง 1 ข้อ แล้ว commit ให้จบวง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ผลตรวจแยกเป็น 3 กอง แดง เหลือง ขาว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อ่านผลแบบไม่ตื่นตระหนก — จัด 3 กอง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🔴 แดง — แก้วันนี้ (ข้อมูลรั่ว ระบบพัง ของหาย)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🟡 เหลือง — แก้ก่อนส่งมอบ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⚪ ขาว — รับทราบ แต่ยังไม่แก้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review คือข้อเสนอ ไม่ใช่คำสั่ง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แก้กองแดงอย่างไรให้ไม่พัง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แก้ทีละข้อ ห้ามสั่งรวดเดียว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แก้เสร็จ 1 ข้อ → เปิดเว็บกดใช้จริง → commit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แบ่งกันคนละข้อ commit ในชื่อตัวเอง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3 คุณต้องได้สิ่งเหล่านี้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ตั้ง Reviewer ด้วยการพิมพ์สั่ง และเปิดไฟล์อ่านเป็น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ให้มันตรวจไฟล์กฎของเช้านี้ด้วย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 review-notes.md ที่แยก 3 กองแล้ว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ปิดคาบ — เตรียมเข้า Workshop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ทวนทั้งคาบใน 3 บรรทัด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🛡️ ยาม: เช็กลิสต์ 5 ข้อ + ทดสอบด้วยการสวมรอย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🤖 ผู้ช่วย: ระดับ 1 → ระดับ 2 + ของบังคับ 3 อย่าง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🔍 คนตรวจ: Reviewer + จัด 3 กอง + แก้กองแดง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🔗 ตารางเทียบ — ช่องขวาเว้นให้คุณเติม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👥 คุณ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tickets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leaveRequests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comments (โฟลเดอร์ย่อย)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approvals (โฟลเดอร์ย่อย)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reporter / technician / admin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employee / manager / hr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🔗 ตารางเทียบ (ต่อ) — ฝั่งผู้ช่วย AI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👥 คุณ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จัดหมวดหมู่จากอาการเสีย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จัดประเภทการลาจากเหตุผล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เสนอมอบหมายช่าง + เหตุผล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สรุปใบลาให้หัวหน้าก่อนอนุมัติ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🔧 Workshop บ่ายนี้ — LeaveEasy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A ปิดข้อมูล 5 ข้อ + สวมรอย ⏱ 30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B ผู้ช่วย AI ระดับ 1 ⏱ 36 นาที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C ผู้ช่วย AI ระดับ 2 (agentic) ⏱ 23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D Reviewer + แก้กองแดง ⏱ 16 นาที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🚩 Checkpoint 4 จุดของบ่ายนี้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1 สมัครบัญชีที่สองแล้วเปิดข้อมูลบัญชีแรกไม่ได้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 ผู้ช่วยระดับ 1 ทำงานได้ + มีป้าย + ปิดเน็ตแล้วไม่ค้าง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3 ระดับ 2 ทำงานเป็นขั้นได้ + มีบันทึก aiLog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4 Reviewer รายงานแล้ว + แก้กองแดง 1 ข้อ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👥 กติกาของบ่ายนี้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🔗 เช็กว่าคุณอยู่ห้องย่อยไหน — ตารางห้องย่อยอยู่ในแชท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สลับคนนำจอทุก Checkpoint · ทุกคนพิมพ์เอง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👤 ทุกคนต้องมี commit ในชื่อตัวเอง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❓ เรียก TA แล้วให้คนที่ไม่ได้พิมพ์เป็นคนอธิบาย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ขั้นตอนที่เพิ่งดู — ในหัวข้อของคุณคืออะไร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72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