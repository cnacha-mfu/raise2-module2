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— "ช่วงเช้าแบ่งสามช่วง พักตอน 09:45 หนึ่งครั้ง" · ย้ำว่าเรื่องหลักของวันนี้คือผู้ช่วย AI ซึ่งเป็นครั้งแรกที่ระบบของเราเรียก AI เอง ไม่ใช่เราเรียก AI มาเขียนระบบ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ตอนเช้ามันคือกฎเฝ้าข้อมูลที่อยู่ฝั่ง Firebase ตอนสายมันคือกุญแจเรียก AI ที่ยังจำเป็นต้องอยู่ผิดฝั่งไปก่อน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เปิดช่วงด้วยการทดลองสดทันที ยังไม่ต้องสอนทฤษฎี — "ก่อนอธิบายอะไร ผมขอทำอะไรให้ดูอย่างหนึ่งครับ" แล้วเข้าเดโมขั้นที่ 1 (สมัครเป็นคนแปลกหน้า)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1 ตรงนี้ (6 นาที) — สมัคร somsak@example.com ในหน้าต่างไม่ระบุตัวตน แล้วเปิดดูใบแจ้งซ่อมของทุกคนให้เห็นกับตา · จบเดโมด้วยคำถาม "ผมทำอะไรผิดตรงไหนครับ" — คำตอบคือไม่ผิดเลย ระบบทำตามกฎที่มีเป๊ะ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A · จบแล้วกลับเข้าสไลด์หน้า 8 · พูดว่า "นี่คือ FixIt ที่เราจบกันไว้สัปดาห์ที่แล้ว มีล็อกอิน มีกุญแจคลังข้อมูล อยู่บนอินเทอร์เน็ตจริง ทีนี้ผมจะเลิกเป็นเจ้าของระบบสักครู่"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— "กุญแจสัปดาห์ที่แล้วถามคำเดียวว่า ล็อกอินหรือยัง มันไม่เคยถามว่า คุณเป็นใคร และของชิ้นนี้เป็นของคุณไหม" · "ใครก็สมัครบัญชีได้ใน 30 วินาที สมัครแล้วก็คือล็อกอินแล้ว คลังข้อมูลจึงเปิดให้คนแปลกหน้าทุกคน"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7 — "ตอนนั้นผมบอกไว้แล้วว่ากุญแจคลังข้อมูลยังไม่ใช่ความปลอดภัยจริง และห้ามใส่ข้อมูลจริงของใครจนกว่าจะปิดรายห้อง วันนี้คือวันปิดรายห้อง" · ถามห้อง: "ระบบของคุณตอนนี้ ใครสมัครก็อ่านได้แบบนี้เหมือนกันไหมครับ" — คำตอบคือใช่ทุกคน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 — "หน้าเว็บของเราคุยกับฐานข้อมูลตรง ๆ ไม่มีเซิร์ฟเวอร์ของเรากั้นอยู่ตรงกลาง นี่คือราคาของความสะดวกที่ Firebase ให้มา" · หยุดที่กล่องเข้มตรงกลาง — "กล่องนี้คือ Security Rules ยามคนเดียวที่เรามี ถ้ายามหลับ ข้อมูลไหลออกทางขวาเลย" · ชี้กล่องขวา — "ในนั้นมีชื่อคน เหตุผลการลา ข้อมูลที่กฎหมาย PDPA คุ้มครอง"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ซี-เคียว-ริ-ตี้ รูลส์ ในหลักสูตรนี้เรียกว่า ยามเฝ้าประตูโฟลเดอร์" · ย้ำบรรทัดสอง — "มันอยู่ฝั่ง Firebase ไม่ได้อยู่ในหน้าเว็บ นี่คือความหมายแรกของประโยคแกนของวันนี้ ของสำคัญอยู่ฝั่งที่ผู้ใช้แตะไม่ได้"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"หลายคนทำหน้ารายการที่พนักงานเห็นเฉพาะของตัวเองแล้ว นั่นดีครับ แต่มันคือการกรองที่หน้าจอ เมื่อกี้ผมเพิ่งพิสูจน์ให้ดูว่าคนแปลกหน้าอ้อมหน้าจอไปหยิบจากฐานตรง ๆ ได้" · เปรียบ: ซ่อนสวิตช์ไฟไม่ได้แปลว่าตัดไฟ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"วันนี้ไม่มีการท่องไวยากรณ์ไฟล์กฎแม้แต่บรรทัดเดียว หลักเดิมของหลักสูตรนี้ — AI เป็นคนพิมพ์ เราเป็นคนอ่านแล้วบอกว่าอะไรขาด" · โยงกับ CLAUDE.md สัปดาห์ที่แล้วที่ใช้วิธีเดียวกัน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ข้อ 2 ขยาย — "แปลว่าปลอมชื่อคนอื่นยื่นเอกสารไม่ได้ เพราะช่องเจ้าของต้องตรงกับ uid ของคนที่ล็อกอินจริง" · ข้อ 3 ขยาย — "ของ FixIt คนที่เห็นทุกใบคือช่างซ่อมกับผู้ดูแล ของ LeaveEasy คือหัวหน้า แล้วของหัวข้อของคุณคือใคร ให้คิดค้างไว้"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 4 — "ผู้แจ้งกดปิดงานตัวเองไม่ได้ พนักงานกดอนุมัติใบลาตัวเองไม่ได้" · หยุดที่ข้อ 5 ให้นานที่สุด — "ข้อนี้คือข้อที่คนลืมมากที่สุดในโลก และเป็นต้นเหตุข่าวข้อมูลรั่วจริง ๆ" · บอกให้ถ่ายรูปสองสไลด์นี้เก็บไว้ ใบงานบ่ายนี้ใช้ทั้งห้าข้อ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ที่ซ้อนข้างในยังเปิดอยู่ ระบบดูปกติทุกอย่าง ข้อมูลรั่วเงียบ ๆ" · บอกว่าเดี๋ยวจะพิสูจน์ใน Playground ให้ดูว่าโฟลเดอร์ย่อยปิดจริงไหม · ของ LeaveEasy คือ approvals ที่ซ้อนใน leaveRequests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บอกก่อนวาง — "ปกติเราสั่งสั้นแล้วขอแผน แต่ตรงนี้เป็นเช็กลิสต์ความปลอดภัยกับชื่อ field ที่ห้ามสะกดผิด ผมจึงวางให้ครบ" · เน้นบรรทัดสุดท้ายของ prompt — "การบังคับให้มันบอกว่าบล็อกไหนตรงข้อไหน คือวิธีตรวจที่เร็วที่สุดสำหรับคนที่อ่านไวยากรณ์ไม่ออก" · prompt ฉบับเต็มอยู่ในใบงานบ่ายนี้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2 ตรงนี้ (5 นาที) — สั่งเขียนกฎจริงแล้วกวาดตาตรวจ 4 คำถามนี้ให้ห้องดู · คำถามสุดท้ายสำคัญ — "บางครั้ง AI ทิ้งบล็อกทดสอบที่อนุญาตทุกคนไว้ท้ายไฟล์ ต้องกวาดตาให้จบไฟล์" · ย้ำว่านี่คือทักษะที่ใบงานวัดจริง: อ่านแล้วบอกว่าอะไรขาด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3 (3 นาที) — ให้ Claude ส่งกฎขึ้นไป แล้วกลับไปรีเฟรชหน้าจอของคนแปลกหน้า ให้ห้องเห็นข้อมูลหายไปกับตา · ย้ำว่าไม่ต้องจำคำสั่ง "เหมือนตอนส่งกุญแจคลังข้อมูลขึ้นไปสัปดาห์ที่แล้วครับ พิมพ์ภาษาไทยบอกมันเหมือนเดิม" · เตือนอาการคลาสสิก: แก้กฎในเครื่องแล้วงงว่าทำไมออนไลน์ยังรั่ว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การทดสอบที่นับได้มีแบบเดียวคือสวมรอยเป็นคนอื่นแล้วลองเข้า" · นี่คือกติกาบังคับของใบงานบ่ายนี้ด้วย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4 (4 นาที) — Playground ทดสอบ tickets แล้วต่อด้วยโฟลเดอร์ย่อย comments ให้เห็น Denied ทั้งคู่ · "Playground แปลว่าสนามทดสอบกฎ อยู่ในหน้า Rules ของ Firebase Console ใช้ลองได้โดยไม่ต้องแตะข้อมูลจริง" · ชี้คำว่า Denied — "คำนี้คือคำที่เราอยากเห็น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"บ่ายนี้อาการที่จะเจอกันมากที่สุดคือ permission denied ทุกหน้า ผมบอกไว้ก่อนเลยว่าเป็นเรื่องปกติและเป็นสัญญาณดี วิธีเดินคือเปิดกฎทีละโฟลเดอร์แล้วทดสอบทีละอัน อย่าเขียนรวดเดียวทั้งไฟล์แล้วงมทั้งก้อน" · อยู่ในตาราง 🆘 ของใบงานเป็นข้อแรก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— "PDPA ที่เรียนเดือนแรกคือกฎหมาย วันนี้เราเห็นรูที่ข้อมูลรั่วออกจริง และเห็นวิธีอุด" · ย้ำเงื่อนไข: ปลดล็อกเฉพาะคนที่ทดสอบสวมรอยผ่านแล้วเท่านั้น ไม่ใช่เขียนกฎเสร็จอย่างเดียว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แล้วให้คนที่ยังไม่ชัดเรื่องโฟลเดอร์ย่อยพิมพ์เลข 5 ในแชท ตอบให้จบก่อนพัก · เก็บคำถามอื่นให้ TA จดเข้าธนาคารคำตอบสด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บอกทิ้งท้ายให้คนอยากกลับมา — "หลังพัก ผู้ใช้ของ FixIt จะกดปุ่มเดียวแล้ว AI ทำงานให้เขา นี่คือเรื่องหลักของสัปดาห์นี้" · จับเวลาบนจอ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นี่คือช่วงที่ยาวที่สุดของวัน 90 นาที มีสาธิตสดตลอด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"รายการไฟล์ที่มันแสดงมาคือหลักฐาน ถ้าชื่อไฟล์ไม่โผล่ แปลว่าคีย์จะไม่ติดไปกับ commit — พิมพ์บอกมันว่า แสดงรายการไฟล์ที่กำลังจะส่งขึ้น GitHub ให้ผมดู"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B · จบแล้วกลับเข้าสไลด์หน้า 35 · 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ชี้แถบบน — "เช้านี้เราเพิ่งย้ายอำนาจตัดสินไปฝั่งที่ผู้ใช้แตะไม่ได้ มันจึงกันได้จริง" · หยุดที่กล่องเข้มแถบล่าง — "คีย์วันนี้ยังอยู่ผิดฝั่ง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"สามสัปดาห์มานี้ ใครเป็นคนตรวจงานที่ AI เขียนให้เราครับ" รอคำตอบ แล้วสรุป "เราเอง และเราตรวจได้เท่าที่เรารู้ ช่วงนี้สั้น ๆ 25 นาที เราจะตั้ง AI อีกตัวที่ไม่ได้เป็นคนเขียน มาเป็นคนตรวจ"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— "ใครเคยอ่านงานตัวเองสามรอบ แล้วเพื่อนยังเจอคำผิดบ้าง" ให้พิมพ์ในแชท · "AI เป็นแบบเดียวกันเป๊ะ ความจำของบทสนทนาที่เขียนโค้ดยังค้างอยู่ มันเลยมองข้ามที่ผิดของตัวเอง"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"Sub-agent อ่านว่า ซับ-เอ-เจนท์ แปลว่าผู้ช่วย AI อีกตัวที่มีหน้าที่เฉพาะ ไม่ต้องไปสมัครอะไรใหม่" · เน้นบรรทัดสาม — "มันเริ่มด้วยความจำเปล่า เห็นแต่โค้ดที่มีอยู่จริง นี่คือเหตุผลที่มันเจอสิ่งที่ตัวเขียนมองข้าม เรื่องเดียวกับ context ที่เรียนสัปดาห์ที่ 6"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— "เราไม่ไปหาเมนูตั้งค่าที่ไหน พิมพ์สั่งเป็นภาษาไทยให้ Claude สร้างไฟล์ให้ วิธีนี้ใช้ได้เหมือนกันทุกเวอร์ชัน" · หยุดที่กล่องเข้ม — "จังหวะนี้เป็นของเรา เปิดไฟล์ที่มันสร้างมาอ่านด้วยตา ถ้าไม่อ่าน เราจะตอบไม่ได้ตอน Consult ว่าใครตรวจงานเรา" · กล่องขวา — "ค่อยสั่งให้เริ่มตรวจ" · นี่คือวงจรเดิม เปลี่ยนจากตรวจแผนเป็นตรวจไฟล์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"เป็นรายการสิ่งที่ต้องตรวจ ตกข้อเดียวคือมีรูที่ไม่มีใครดู" · ชี้ข้อ 1 — "ให้คนตรวจมาตรวจกฎที่เราเขียนเมื่อเช้าด้วย สองเรื่องของวันนี้เจอกันตรงนี้" · ชี้บรรทัดสุดท้าย — "ห้ามแก้โค้ดเอง คือบรรทัดที่สำคัญที่สุด ไม่งั้นโค้ดจะเปลี่ยนโดยที่เราไม่ได้อ่าน"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11 ตรงนี้ (6 นาที) — สร้าง เปิดอ่าน แล้วสั่งตรวจจริง · เปิดไฟล์บนจอ ชี้ทีละส่วนว่าตรงไหนคือชื่อ หน้าที่ ขอบเขต · "ไฟล์ที่ยังไม่ได้อ่าน ถือว่ายังไม่เสร็จ — หลักเดียวกับไฟล์กฎเมื่อเช้า"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C · จบแล้วกลับเข้าสไลด์หน้า 61 · พูดว่า "ผมจะไม่เปิดเมนูตั้งค่าอะไรเลย ผมพิมพ์สั่งเป็นภาษาไทย ให้ Claude สร้างไฟล์ของคนตรวจให้"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"เห็นรายงานสามสิบข้อแล้วอย่าเพิ่งท้อ จัดกองเสร็จ กองแดงมักเหลือ 3–5 ข้อ" · กติกาการอ่าน: ต้องย้ายกองอย่างน้อย 1 ข้อพร้อมเหตุผล — ถ้าเห็นด้วยทุกข้อโดยไม่ย้ายเลย แปลว่ายังไม่ได้อ่านจริง · ให้ผลเขียนลงไฟล์ review-notes.md เสมอ เป็นของส่งมอบ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"ห้ามพิมพ์ว่า แก้ทั้งหมดให้ที เด็ดขาด ระบบที่ใช้งานได้จะพังทั้งระบบในสองนาที" · คนตัดสินใจว่าแก้อะไรคือคุณ ไม่ใช่ AI · Reviewer เดาผิดได้เหมือน AI ทุกตัว รายงานที่ว่าผ่านหมดก็ไม่ใช่ใบรับประกัน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12 (4 นาที) — จัด 3 กองแล้วแก้กองแดง 1 ข้อให้ดูจบวง · "แก้ทีละข้อ commit ทีละข้อ พอพังจะรู้ทันทีว่าพังเพราะข้อไหน วินัยเดิมตั้งแต่สัปดาห์ที่ 6" · บรรทัดสุดท้ายคือกติกาของบ่ายนี้ด้วย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· ถ้าเวลาไม่พอ บอกตรง ๆ ว่าส่วน Reviewer ของบ่ายนี้ยกไปทำระหว่างสัปดาห์ได้ แต่ต้องเสร็จก่อนส่งงาน เพราะเป็นของส่งมอบตามคู่มือ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ให้ตัดการทวนช่วงที่ 3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"ทั้งสามเรื่องคือประโยคเดียวกัน ของสำคัญอยู่ฝั่งที่ผู้ใช้แตะไม่ได้ กฎอยู่ฝั่ง Firebase คีย์ต้องมีวงเงินเพราะยังอยู่ผิดฝั่ง และคนตรวจต้องไม่ใช่คนเขียน"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 · แถวสอง ย้ำเรื่องโฟลเดอร์ย่อย — "กฎข้อ 5 ของคุณ คือโฟลเดอร์ในช่องนี้"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บอกว่า "บ่ายนี้ทั้งคาบเป็นเรื่องผู้ช่วย AI ล้วน ๆ ส่วนกฎปิดข้อมูลเราทำไปแล้วสัปดาห์ที่แล้ว" · "ลำดับตัดคือ A → B → C · ส่วน A ต้องเสร็จในคาบ · ส่วน D ยกไปทำในการบ้านได้ แต่ต้องเสร็จก่อนส่ง เพราะ Reviewer เป็นของส่งมอบตามคู่มือ"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 · ประกาศกำหนดส่ง: ใบงาน (LeaveEasy) วาง URL repo ภายในจันทร์ 14 ก.ย. · การบ้าน (หัวข้อตัวเอง) ภายในศุกร์ 18 ก.ย. ย้ำว่าส่ง URL repo ลิงก์เดียวเท่านั้น URL เว็บออนไลน์ให้เขียนไว้บนสุดของ README.md ในrepo และก่อนส่งต้องให้ Claude แสดงรายการไฟล์บน GitHub ให้ดูก่อนว่าไม่มีไฟล์คีย์ปนไป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1 เป็นอย่างน้อย" · ย้ำว่าปุ่ม AI ต้องมีป้ายกำกับและต้องไม่ค้างเมื่อเรียกไม่สำเร็จ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วางลิงก์ตารางห้องย่อยในแชทก่อนพักเที่ยง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ระบบมียามเฝ้า และมีผู้ช่วย — ปิดข้อมูล · Agentic AI · Reviewer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และกุญแจคลังข้อมูล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วันนี้ระบบได้ของใหม่ 2 อย่าง — ยาม และ ผู้ช่วย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ยามเฝ้าข้อมูล — ปิดข้อมูลรายห้อง (40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 AI ในระบบ — เรื่องหลักของวันนี้ (90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ปิดท้าย: คนตรวจงาน (Reviewer) (25 นาที)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ปิดข้อมูลรายห้องด้วย Security Rules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การทดลองเปิดคาบ — ผมจะสมัครเป็นคนแปลกหน้า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ออนไลน์อยู่แล้วตั้งแต่สัปดาห์ที่แล้ว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ผมจะสมัครบัญชีใหม่ที่ระบบไม่เคยรู้จัก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แล้วดูว่าคนแปลกหน้าคนนี้เห็นอะไรได้บ้าง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เปิดรูรั่วแล้วปิดด้วยเช็กลิสต์ 5 ข้อ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สมัครบัญชีใหม่ แล้วเห็นใบแจ้งซ่อมของทุกคนทันที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เขียนกฎ 5 ข้อ แล้วตรวจด้วยตา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กฎ แล้วดูข้อมูลรั่วปิดลงจริงต่อหน้า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ทดสอบสวมรอยใน Playground ทั้งใบแม่และโฟลเดอร์ย่อย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ล็อกอินไม่เท่ากับปลอดภัย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ทำไมกุญแจของสัปดาห์ที่แล้วยังไม่พอ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กฎมีข้อเดียว: "ต้องล็อกอินก่อน"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แต่ใครก็สมัครบัญชีใหม่ได้เสมอ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สมัครเสร็จ = ล็อกอินแล้ว = เดินเข้ามาได้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สิ่งเดียวที่ยืนกั้นระหว่างผู้ใช้กับข้อมูล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หน้าเว็บของผู้ใช้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ข้อมูลใน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—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กฎความปลอดภัย ที่เขียนไว้ฝั่ง Firebase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ผู้ใช้แตะไม่ได้ แก้ไม่ได้ ปิดไม่ได้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ตรวจทุกคำขออ่านและเขียน ไม่ตรงกฎคือปฏิเสธ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หน้าจอที่กรองข้อมูล คือการจัดหน้าบ้านให้ดูดี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คนที่รู้ทาง ขอข้อมูลตรงจากฐานได้เสมอ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สิ่งที่กันได้จริงมีอย่างเดียว: กฎฝั่ง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งานของเรา: ตรวจว่าครบเช็กลิสต์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1–3)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อ่านได้เฉพาะของตัวเอง ยกเว้นบทบาทที่มีสิทธิ์เห็นทั้งหมด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4–5)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กฎของโฟลเดอร์ย่อย ต้องเขียนแยกต่างหาก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ต้องมีกฎของตัวเอง ไม่งั้นเปิดโล่ง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เขียนกฎ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เช็กลิสต์ความปลอดภัย ตกข้อเดียวข้อมูลรั่ว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Security Rules ให้ FixIt ตามเช็กลิสต์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โครงสร้างโฟลเดอร์และชื่อ field จาก CLAUDE.md)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เขียนเสร็จแล้วอธิบายทีละบล็อกว่าบล็อกนั้นตรงกับข้อไหน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ยาวได้เพราะตกข้อเดียวคือข้อมูลรั่ว งานอื่นกลับไปสั่งสั้น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ตรวจไฟล์กฎที่ได้มา — 4 คำถาม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มีบล็อกที่อนุญาตทุกคนหลงเหลืออยู่ไหม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เขียนกฎเสร็จ ต้องส่งกฎขึ้นไปด้วย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ช่วยส่งไฟล์กฎขึ้นไปใช้งานจริงให้ผม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523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แก้ไฟล์ในเครื่อง ≠ ยามเริ่มทำงานบนของจริง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ทดสอบด้วยการสวมรอย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หน้าต่างไม่ระบุตัวตน ไม่ล็อกอิน แล้วลองอ่าน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บัญชีคนแปลกหน้าเมื่อกี้ ลองเปิดของคนอื่นอีกครั้ง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Rules Playground (สนามทดสอบกฎ) ใส่ uid 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permission denied ทุกอย่าง — เป็นเรื่องปกติ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ปฏิเสธไว้ก่อนเป็นค่าเริ่มต้น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เปิดกฎทีละโฟลเดอร์ ทดสอบทีละอัน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อาการนี้แปลว่ายามตื่นแล้ว ไม่ใช่ระบบพัง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ปิดครบแล้ว จึงเริ่มใส่ข้อมูลจริงได้ (PDPA)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สองสัปดาห์ที่ผ่านมา เราห้ามใส่ข้อมูลจริงของใคร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เพราะใครสมัครก็อ่านได้ทั้งฐาน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ผ่านเช็กลิสต์ + ทดสอบสวมรอยแล้ว ข้อห้ามจึงปลดล็อก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เช็กลิสต์ 5 ข้อ ถ่ายรูปเก็บไว้แล้ว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เห็นคนแปลกหน้าโดนปฏิเสธกับตา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รู้ว่าโฟลเดอร์ย่อยต้องมีกฎของตัวเอง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รู้ว่าการทดสอบที่นับได้คือการสวมรอย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09:55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 ระบบของเราจะเรียก AI เองเป็นครั้งแรก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ในระบบ (Agentic AI) ⏱ 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ให้ Claude แสดงรายการไฟล์ที่จะส่งขึ้น ← ต้องไม่เห็นชื่อไฟล์นี้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เก็บกุญแจ AI ให้ถูกที่ก่อนแตะโค้ด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เรื่องเดียวกับเมื่อเช้าเป๊ะ 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🛡️ กฎเฝ้าข้อมูล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 Firebase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คีย์ในหน้าเว็บ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Reviewer: ให้ AI อีกตัวมาตรวจงาน ⏱ 25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คนเขียนตรวจงานตัวเองไม่เห็นที่ผิด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ยังจำได้ว่าตั้งใจเขียนอะไร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มันจึงอ่านเจอสิ่งที่ตั้งใจ ไม่ใช่สิ่งที่เขียนจริง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เหมือนคนตรวจเรียงความที่ตัวเองเพิ่งเขียนเสร็จ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— ผู้ช่วย AI ที่มีหน้าที่เฉพาะ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ตัวเดิม สวมหมวกอีกใบ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หน้าที่ ขอบเขต ผ่านไฟล์ตั้งค่า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ความจำแยกจากตัวที่เขียน จึงเห็นแต่โค้ดจริง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วันนี้ตั้ง 1 ตัว: 🔍 คนตรวจ (Reviewer)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Reviewer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 Claude สร้างให้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 Reviewer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338328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338328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รายการที่ต้องตรวจ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 sub-agent ชื่อ reviewer ให้โปรเจกต์นี้ ให้ตรวจ 5 เรื่องนี้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Security Rules มีรูรั่วไหม โดยเฉพาะโฟลเดอร์ย่อย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รับข้อมูลจากผู้ใช้แล้วบันทึกโดยไม่ตรวจก่อนไหม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กรณีหาข้อมูลไม่เจอ หรือเรียก AI ไม่สำเร็จ จัดการหรือยัง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มีคีย์หรือรหัสผ่านหลุดในโค้ดที่จะ commit 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ชื่อช่องข้อมูลสะกดตรงกันทุกที่ไหม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ห้ามแก้โค้ดเอง ให้รายงานอย่างเดียว เขียนเป็นภาษาไทย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จังหวะที่ 2 — เปิดไฟล์ที่มันสร้างมาอ่าน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หาบรรทัด "ห้ามแก้โค้ดเอง" ให้เจอ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นับรายการที่ให้ตรวจ ครบ 5 เรื่องไหม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ขาดข้อไหน พิมพ์บอกให้เพิ่ม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ตั้งคนตรวจ (Reviewer) แล้วแก้กองแดง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Reviewer 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แก้กองแดง 1 ข้อ แล้ว commit ให้จบวง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ผลตรวจแยกเป็น 3 กอง แดง เหลือง ขาว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อ่านผลแบบไม่ตื่นตระหนก — จัด 3 กอง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🔴 แดง — แก้วันนี้ (ข้อมูลรั่ว ระบบพัง ของหาย)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🟡 เหลือง — แก้ก่อนส่งมอบ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ขาว — รับทราบ แต่ยังไม่แก้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review คือข้อเสนอ ไม่ใช่คำสั่ง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แก้กองแดงอย่างไรให้ไม่พัง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แก้ทีละข้อ ห้ามสั่งรวดเดียว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แก้เสร็จ 1 ข้อ → เปิดเว็บกดใช้จริง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แบ่งกันคนละข้อ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Reviewer ด้วยการพิมพ์สั่ง และเปิดไฟล์อ่านเป็น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ให้มันตรวจไฟล์กฎของเช้านี้ด้วย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review-notes.md ที่แยก 3 กองแล้ว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ยาม: เช็กลิสต์ 5 ข้อ + ทดสอบด้วยการสวมรอย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ผู้ช่วย: ระดับ 1 → ระดับ 2 + ของบังคับ 3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คนตรวจ: Reviewer + จัด 3 กอง + แก้กองแดง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 / hr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ผู้ช่วย AI ระดับ 1 ⏱ 36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2 (agentic) ⏱ 35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Reviewer + แก้กองแดง ⏱ 16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3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ผู้ช่วยระดับ 1 ทำงานได้ + มีป้าย + ปิดเน็ตแล้วไม่ค้าง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ระดับ 2 ทำงานเป็นขั้นได้ + มีบันทึก aiLog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Reviewer รายงานแล้ว + แก้กองแดง 1 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