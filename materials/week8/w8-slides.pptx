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ประตูหน้าบ้านจึงเปิดให้คนแปลกหน้าทุกคน"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"ตอนนั้นผมบอกไว้แล้วว่ากุญแจประตูหน้าบ้านยังไม่ใช่ความปลอดภัยจริง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"ระบบของกลุ่มคุณตอนนี้ ใครสมัครก็อ่านได้แบบนี้เหมือนกันไหมครับ" — คำตอบคือใช่ทุกกลุ่ม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"หลายกลุ่มทำหน้ารายการที่พนักงานเห็นเฉพาะของตัวเองแล้ว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แล้วของโครงงานกลุ่มคุณคือใคร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deploy กฎ แล้วกลับไปรีเฟรชหน้าจอของคนแปลกหน้า ให้ห้องเห็นข้อมูลหายไปกับตา · "คำสั่งนี้เจอกันแล้วสัปดาห์ที่แล้วตอนส่งกุญแจประตูหน้าบ้านขึ้นไป วันนี้ใช้ตัวเดิม"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ปลดล็อกเฉพาะกลุ่มที่ทดสอบสวมรอยผ่านแล้วเท่านั้น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แล้วให้กลุ่มที่ยังไม่ชัดเรื่องโฟลเดอร์ย่อยพิมพ์เลข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"ฟีเจอร์แบบนี้แหละที่ทำให้ระบบของกลุ่มคุณต่างจากแบบฟอร์มธรรมดา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"คีย์ของกลุ่มจะส่งให้ทางแชทส่วนตัวของแต่ละกลุ่มตอนพักเที่ยง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"git status คือหลักฐาน ถ้าชื่อไฟล์ไม่โผล่ แปลว่าคีย์จะไม่ติดไปกับ commit"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"คีย์ที่กลุ่มคุณใส่ในเว็บวันนี้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บอกว่าก่อนจบช่วงนี้จะให้ทุกกลุ่มเปิดดูคีย์ตัวเองในเว็บจริงด้วยตา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ให้แต่ละกลุ่มพิมพ์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บ่ายนี้ทุกกลุ่มต้องเปิดดูคีย์ตัวเองด้วยตา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ให้กลุ่มพิมพ์เลขข้อที่ยังไม่ชัดในแชท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เราจะตอบไม่ได้ตอนนำเสนอว่าใครตรวจงานเรา"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คนตัดสินใจว่าแก้อะไรคือกลุ่ม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บรรทัดสุดท้ายคือกติกากลุ่มของบ่ายนี้ด้วย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ในใบงานมีเฉลยตัวอย่างของ LeaveEasy กำกับทุกขั้น · แต่สิ่งที่กลุ่มคุณลงมือทำจริงคือช่องขวาสุด โครงงานของกลุ่มเอง" · แถวสอง ย้ำเรื่องโฟลเดอร์ย่อย — "กฎข้อ 5 ของกลุ่มคุณ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"โครงงานของกลุ่มคุณ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ต้องเสร็จในคาบ ส่วน C ยกไปทำระหว่างสัปดาห์ได้ แต่ต้องเสร็จก่อนส่งงาน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ส่งให้ทางแชทส่วนตัวของกลุ่มตอน 13:00 พร้อมชื่อโมเดลหลักและสำรอง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จะทดสอบกันจริงโดยให้กลุ่มแลก URL 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เลยคือยังไม่ผ่านรายบุคคล" · ข้อสามมีไว้จับว่ากลุ่มเดินเร็วเกินคนในกลุ่มหรือเปล่า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ให้ทุกกลุ่มพิมพ์คำตอบสองบรรทัดลงแชทก่อนพักเที่ยง — บรรทัดแรก ใครควรเห็นข้อมูลของใคร · บรรทัดสอง ผู้ช่วย AI ของกลุ่มจะช่วยงานไหน · TA กวาดตาดูว่ากลุ่มไหนยังตอบไม่ได้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ระบบของกลุ่มคุณออกสู่โลกแล้ว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และกุญแจประตูหน้าบ้าน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firebase deploy --only firestore:rules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ระบบของกลุ่ม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ของกลุ่มคุณ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กลุ่มละ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ในนามกลุ่มคุณได้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status   ← ต้องไม่เห็นชื่อไฟล์นี้ในรายการ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โครงงานกลุ่มคุณ: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จะเห็นคีย์ของกลุ่มอ่านได้ด้วยตาเปล่า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ช่องขวาเว้นให้กลุ่มคุณเติม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โครงงานของกลุ่มคุณ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ปิดข้อมูล 5 ข้อ + สวมรอย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→ ระดับ 2 ⏱ 70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Reviewer + แก้กองแดง ⏱ 30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ลำดับตัดเมื่อไม่ทัน: A → B →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3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กลุ่มอื่นเปิด URL ใช้ได้ แต่เปิดดูข้อมูลเราไม่ได้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(หรือ Reviewer ตั้งแล้ว)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กติกากลุ่มของบ่ายนี้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🔄 หมุนคนคุมคีย์บอร์ดทุก Checkpoint จดชื่อไว้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ในโครงงานของกลุ่มคุณคืออะไร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