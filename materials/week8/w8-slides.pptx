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เปิดคาบด้วยประโยคนี้ — "สัปดาห์ที่แล้วเราทำระบบที่เก็บข้อมูลได้จริง วันนี้เราจะทำให้มันมีผู้ใช้จริงได้ โดยที่ข้อมูลของแต่ละคนไม่ปนกัน" อย่าเพิ่งพูดคำว่า Security Rules ในสไลด์แรก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ชี้ให้เห็นว่ามีพักตรงกลาง แล้วบอกว่า "ทุกช่วงจบด้วยสไลด์ว่าช่วงนี้คุณต้องได้อะไรกลับไป" · ถ้าช่วงเช้าเลยเวลา ให้ตัดสไลด์ที่ทำเครื่องหมาย ✂️ ไว้ในบันทึกผู้บรรยาย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"ของเล่นคือระบบที่ใครเปิดก็เห็นข้อมูลทุกคน ของจริงคือระบบที่เปิดให้คนอื่นใช้ได้โดยข้อมูลไม่รั่ว วันนี้เราข้ามเส้นนั้น"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ถามห้องสั้น ๆ "ใครเปิด Firebase Console แล้วเห็นไฟล์ของตัวเองได้บ้าง ยกมือในแชท" — ใครยังไม่ได้ ให้จดชื่อไว้จัดคิวปรึกษา อย่าหยุดคาบเพื่อแก้ทีละคน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บอกตรง ๆ ว่า "นี่ไม่ใช่ความผิดพลาดของใคร สัปดาห์ที่แล้วเราตั้งใจเปิดไว้เพื่อให้บันทึกข้อมูลได้ก่อน วันนี้ถึงเวลาปิด"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"จำประโยคนี้ไว้ทั้งวัน: ของสำคัญต้องอยู่ฝั่งที่ผู้ใช้แตะไม่ได้ ตอนเช้าคือกฎ ตอนสายคือกุญแจ" · จะย้อนมาอ้างประโยคนี้อีกครั้งในช่วงที่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30 วินาที ห้ามยืดกว่านี้ เพราะเรียนไปแล้วตั้งแต่สัปดาห์ที่ 5 · ชี้กล่องที่ 1 "สั่งสั้น 1–3 บรรทัด ไม่ต้องเขียนยาว" · ชี้กล่องที่ 2 "ปล่อยให้ AI ร่างแผนมาก่อน ยังไม่ให้ลงมือ" · หยุดค้างที่กล่องเข้มกล่องที่ 3 แล้วพูดว่า "จังหวะนี้เป็นของเรา และเป็นจังหวะที่คนข้ามบ่อยที่สุด" · ชี้กล่องที่ 4 "แผนโอเคแล้วค่อยสั่งลงมือทีละข้อ" · ปิดด้วยประโยคโยงเข้าวันนี้ — "วันนี้เราจะใช้วิธีเดิมนี้กับเรื่องที่พลาดแล้วข้อมูลรั่วได้ ยิ่งต้องดูแผนก่อนลงมือ"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"ช่วงนี้แบ่งเป็นสองท่อน ท่อนแรก 45 นาทีคือฟีเจอร์ล็อกอิน ท่อนที่สอง 30 นาทีคือปิดข้อมูลให้เรียบร้อย"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"ใครเห็นอะไรได้บ้าง — นี่คือฟีเจอร์ที่ผู้ใช้สัมผัสได้ ไม่ใช่เรื่องเทคนิคลอย ๆ ถ้ามองเป็นฟีเจอร์ก่อน เดี๋ยวเรื่องความปลอดภัยจะเข้าใจง่ายขึ้นมาก"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ใช้คำเทียบทันที — "Authentication อ่านว่า ออ-เธน-ทิ-เค-ชั่น แปลว่าการยืนยันตัวตน ในหลักสูตรนี้เรียกสั้น ๆ ว่า ระบบล็อกอิน"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"ข้อนี้เป็นข้อสอบชีวิตจริง — ระบบที่ข่าวออกว่ารหัสผ่านหลุด ส่วนใหญ่คือคนเขียนระบบล็อกอินเอง เราไม่แข่งเรื่องนี้"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"uid คือบัตรประจำตัวที่ Firebase ออกให้ผู้ใช้แต่ละคน ตั้งแต่วินาทีนี้ไป เวลาระบบถามว่าใครกำลังใช้อยู่ คำตอบคือ uid ตัวนี้"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ย้ำจุดนี้ให้ช้า — "เราตั้งชื่อไฟล์ในโฟลเดอร์ users ให้เท่ากับ uid เลย เพราะเวลาระบบรู้ว่า uid นี้ล็อกอินอยู่ มันจะเปิดไฟล์ของคนนั้นได้ทันทีโดยไม่ต้องไปไล่หา"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"role อ่านว่า โรล แปลว่าบทบาท เราเก็บเป็นข้อมูลหนึ่งช่องในไฟล์ผู้ใช้ ตอนบ่ายใน LeaveEasy คุณจะใช้คำว่า employee กับ manager แทน โครงเดียวกันเป๊ะ"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แล้วพูดว่า "คนที่ยังไม่ล็อกอิน เห็นศูนย์ ไม่ใช่เห็นน้อย" · เลื่อนนิ้วมากล่องกลาง "ล็อกอินแล้วเห็นของตัวเองอย่างเดียว" · จบที่กล่องเข้มขวาสุด "บทบาทหัวหน้าคือบทบาทเดียวที่เห็นของคนอื่นได้" · ปิดด้วยคำถาม "โครงงานของคุณมีกี่ระดับ"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"สัปดาห์ที่แล้วเราให้ผู้ใช้พิมพ์ชื่อตัวเองลงไป วันนี้ระบบเติมให้เอง และเติมจากคนที่ล็อกอินอยู่จริง — พิมพ์ชื่อคนอื่นแทนไม่ได้แล้ว"</a:t>
            </a:r>
          </a:p>
          <a:p>
            <a:r>
              <a:t>ชี้ไปที่ช่อง reporterId บนจอแล้วพูดว่า "ตัวอักษรยาว ๆ นี้คือ uid ของคนที่ล็อกอินตอนกดส่ง ไม่ใช่ชื่อที่พิมพ์เอง"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"นี่คือฟีเจอร์ที่ผู้ใช้ชอบที่สุดและเข้าใจง่ายที่สุด — เปิดลิงก์เดียวกัน แต่ละคนเห็นของตัวเอง"</a:t>
            </a:r>
          </a:p>
          <a:p>
            <a:r>
              <a:t>ชี้ปุ่ม "เปลี่ยนสถานะ" ที่มีเฉพาะฝั่งขวา แล้วถามห้องว่า "ถ้าผมซ่อนปุ่มนี้ไว้เฉย ๆ ผู้แจ้งจะเปลี่ยนสถานะได้ไหม" — ปล่อยให้เงียบ 3 วินาที แล้วเข้าสไลด์ถัดไป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"ซ่อนปุ่มคือการจัดหน้าจอให้สวย ไม่ใช่การกันคน ใครก็ตามที่เปิดเครื่องมือนักพัฒนาในเบราว์เซอร์ ก็สั่งงานข้ามปุ่มได้ทั้งนั้น" นี่คือสะพานเข้าท่อนที่สอง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"สัปดาห์ที่แล้วผมบอกว่าข้อดีของ Firebase คือไม่ต้องเขียนเซิร์ฟเวอร์เอง วันนี้เรามาจ่ายราคาของข้อดีนั้น — เมื่อไม่มีเซิร์ฟเวอร์ของเรา ก็ไม่มีใครตรวจคนเข้าออกให้ นอกจากกฎที่เราเขียน"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ข้อนี้ผู้เรียนตกใจกันทุกปี — พูดว่า "อย่าเสียเวลาไปซ่อน Firebase config มันไม่ใช่ความลับ เอาแรงไปเขียน Rules ให้ครบดีกว่า"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"Security Rules อ่านว่า ซี-คิว-ริ-ตี้ รูลส์ แปลว่ากฎความปลอดภัย ในหลักสูตรนี้เราเรียกว่า ยามเฝ้าประตูโฟลเดอร์ — ยามคนนี้ยืนอยู่ฝั่ง Firebase ไม่ได้อยู่ในหน้าเว็บ ผู้ใช้จึงแก้ไม่ได้"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ชี้แถบบนก่อนทั้งแถบ แล้วพูดว่า "นี่คือระบบของทุกคนตอนนี้ — ไม่มีใครยืนกั้นระหว่างผู้ใช้กับฐานข้อมูล" · แล้วเลื่อนลงแถบล่าง หยุดที่กล่องเข้มตรงกลาง "เช้านี้เราเพิ่มกล่องนี้เข้าไปกล่องเดียว แล้วภาพทั้งเส้นเปลี่ยน" · ปิดด้วย "สังเกตว่าปลายทางของสองแถบไม่เหมือนกัน"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พูดให้ชัด — "วันนี้คุณไม่ต้องท่องไวยากรณ์ของไฟล์ Rules เลย สิ่งที่ต้องทำเป็นคือ อ่านออกว่ากฎที่ได้มาครอบอะไรบ้าง และทดสอบว่ามันกันได้จริง"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อ่านออกเสียงทีละข้อช้า ๆ · บอกว่า "แผ่นนี้ให้ถ่ายรูปเก็บไว้ ตอนบ่ายจะใช้ทั้งใบ และเดือนหน้าก็ยังใช้"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หยุดที่ข้อ 5 ให้นานที่สุด — "ข้อนี้คือข้อที่คนลืมมากที่สุดในโลก และเป็นสาเหตุของข่าวข้อมูลรั่วจริง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"หลายคนเขียนกฎให้ tickets เสร็จแล้วสบายใจ แต่โฟลเดอร์ comments ที่ซ้อนอยู่ข้างในยังเปิดอยู่ ระบบดูปกติทุกอย่าง แต่ข้อมูลรั่วเงียบ ๆ — เดี๋ยวผมจะสาธิตให้ดูสด"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บอกตรง ๆ ว่า "ปกติเราสั่งสั้นแล้วขอแผนก่อน แต่ตรงนี้เป็นเช็กลิสต์ความปลอดภัย ตกข้อเดียวข้อมูลรั่ว จึงต้องวางให้ครบทั้ง 5 ข้อ งานอื่นให้กลับไปใช้แบบสั้นเหมือนเดิม" · prompt เต็มอยู่ในใบงานตอนบ่าย คัดลอกไปใช้ได้เลย · เน้นบรรทัดสุดท้าย — "การบังคับให้ AI บอกว่าบล็อกไหนตรงข้อไหน คือวิธีตรวจที่เร็วที่สุดสำหรับคนที่อ่านไวยากรณ์ไม่ออก"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"ข้อสุดท้ายสำคัญ — บางครั้ง AI ทิ้งบล็อกทดสอบที่อนุญาตทุกคนไว้ท้ายไฟล์ กฎท้ายไฟล์ก็ทำงานเหมือนกัน ต้องกวาดตาให้ครบทั้งไฟล์"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"หน้าจอของคุณผ่านเสมอ เพราะคุณคือเจ้าของข้อมูล การทดสอบที่นับได้มีอย่างเดียวคือสวมรอยเป็นคนอื่นแล้วลองเข้า"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"ทั้งสามวิธีใช้เวลารวมกันไม่ถึง 5 นาที และเป็น 5 นาทีที่คุ้มที่สุดของสัปดาห์นี้" · ตอนบ่ายใบงานบังคับทั้งสามวิธี</a:t>
            </a:r>
          </a:p>
          <a:p>
            <a:r>
              <a:t>ชี้คำว่า Denied แล้วพูดว่า "คำนี้คือคำที่เราอยากเห็น — แปลว่ายามทำงาน"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"จุดนี้คนติดกันทั้งห้องทุกปี — แก้ Rules ในเครื่องแล้วไม่ส่งขึ้นไป ของจริงบนอินเทอร์เน็ตยังใช้กฎเก่าอยู่"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"ถ้าตอนบ่ายคุณเจออาการนี้ ให้เดาสองข้อนี้ก่อนเสมอ ถูกประมาณเก้าในสิบครั้ง"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เชื่อมกลับ — "เดือนที่ 1 เราเรียน PDPA เป็นกฎหมาย วันนี้เราเห็นว่ามันรั่วออกมาทางรูไหน" · ย้ำว่าสัปดาห์ที่แล้วห้ามใส่ข้อมูลจริง สัปดาห์นี้เริ่มใส่ได้หลังผ่านเช็กลิสต์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อ่านทีละข้อแล้วให้ผู้เรียนพิมพ์ในแชทว่าข้อไหนยังไม่ชัด · อย่าไปต่อถ้ามีคนถามเรื่องข้อ 5 ค้างอยู่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บอกล่วงหน้าว่า "ช่วงหน้าเราจะเปลี่ยนบทบาทของ AI ทั้งหมด" เพื่อให้คนอยากกลับมา · เปิดเพลงหรือจับเวลาบนจอไว้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เปิดช่วงด้วยคำถาม — "สองสัปดาห์ที่ผ่านมา ใครเป็นคนคุยกับ AI ครับ" คำตอบคือ "เรา" · แล้วบอกว่า "ช่วงนี้คนคุยกับ AI จะเปลี่ยนเป็นระบบของเรา"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"ต่างกันตรงเวลาที่ AI ทำงาน — ที่ผ่านมามันทำงานตอนคุณนั่งอยู่หน้าจอ ต่อไปมันทำงานตอนตีสองที่มีคนกดปุ่มแจ้งซ่อม"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วาดสามขั้นนี้ด้วยมือบนจอถ้าทำได้ · "จำสามขั้นนี้ให้ได้ ทุกฟีเจอร์ AI ในระบบธุรกิจหน้าตาเหมือนกันหมด"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ไล่นิ้วจากกล่องซ้ายไปขวาทีละกล่องขณะพูด "อ่าน · ส่ง · ตรวจ · บันทึก" · แล้วย้อนกลับมาหยุดค้างที่กล่องเข้มกล่องที่สาม พูดว่า "กล่องนี้คือกล่องที่คนลืมใส่มากที่สุด ถ้าตัดกล่องนี้ออก คำตอบแปลก ๆ ของ AI จะลงฐานข้อมูลตรง ๆ" · บอกว่ากล่องที่สามคือเกณฑ์ตรวจงานตอนบ่าย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"ทำไมฟีเจอร์นี้มีค่า — เพราะไม่มีใครอยากเลื่อนหาหมวดหมู่จาก 12 ตัวเลือก และเวลาคนเลือกผิด งานจะไปถึงช่างผิดคน"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"OpenRouter อ่านว่า โอ-เพ่น-เร้า-เตอร์ คิดเป็นภาพว่าเป็นชุมสายโทรศัพท์ — เราโทรเข้าเบอร์เดียว แล้วบอกว่าอยากคุยกับใคร"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⚠️ ผู้สอนต้องเติมชื่อรุ่นจริงที่ทดสอบแล้วในเช้าวันสอนลงสไลด์นี้ก่อนเข้าคาบ · บอกผู้เรียนว่า "ถ้าโมเดลหลักล่มกลางคาบ คุณแก้บรรทัดนี้บรรทัดเดียวแล้วไปต่อได้"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"อันนี้ไม่ใช่ prompt ที่เราพิมพ์เอง แต่เป็นข้อความที่ระบบส่งให้ AI ทุกครั้งที่ผู้ใช้กดปุ่ม จึงยาวได้ เพราะรายชื่อหมวดหมู่ต้องครบและสะกดตรงกับที่มีในฐานข้อมูล" · "สังเกตว่าเราส่งรายชื่อหมวดหมู่ไปด้วยทุกครั้ง ไม่ได้หวังให้ AI เดาเอง"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 — "ตรงนี้ยาวได้เพราะถ้าตัดกติกาหรือตัวอย่างออก AI จะตอบผิดรูปแบบทันที ส่วนคำสั่งที่เราพิมพ์เองยังต้องสั้นเหมือนเดิม" · เชื่อมกลับเดือนที่ 1 — "การยกตัวอย่างให้ดูสองตัวอย่างแบบนี้ เดือนที่ 1 เรียกว่า Few-shot จำได้ไหมครับ วันนี้ได้ใช้จริงแล้ว"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"นี่คือวิธีคุมไม่ให้ AI สร้างของที่ระบบเราไม่รู้จัก ถ้าไม่ส่งรายการไป เดี๋ยวจะได้หมวดชื่อ ระบบไฟฟ้าและแสงสว่าง ซึ่งไม่มีในฐานข้อมูลเรา"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พิมพ์สดให้ห้องดูทีละตัวอักษร แล้วพูดว่า "สองบรรทัดนี้คือทั้งหมดที่ผมพิมพ์ ผมไม่ได้บอกมันเลยว่าให้ใช้ไฟล์ไหนหรือปุ่มอยู่ตรงไหน" · ย้ำท้ายประโยค — "คำว่า อย่าเพิ่งลงมือ คือคำที่ทำให้เราได้อ่านก่อนที่โค้ดจะเปลี่ยน"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อ่านออกเสียงทีละข้อช้า ๆ แล้วถามห้องว่า "แผนนี้ขาดอะไรไปครับ" · รอ 5 วินาที · เฉลยว่าขาดสองอย่าง — ไม่ได้ส่งรายชื่อหมวดหมู่ที่มีจริงไปด้วย และไม่มีป้ายบอกผู้ใช้ว่าเป็นคำตอบจาก AI · "จังหวะนี้แหละคือจังหวะที่เราทำงาน ไม่ใช่ AI"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"เราไม่ได้เขียนโค้ดให้มันเลย เราบอกไปว่าข้อไหนยังไม่ใช่ เท่านั้น — คนที่ไม่มีพื้นฐาน IT ทำข้อนี้ได้ทุกคน" · ชี้กล่องล่าง "คำว่าทีละข้อสำคัญมาก เสร็จข้อไหนเราได้ดูข้อนั้นก่อน ไม่ใช่มาดูตอนพังทั้งก้อน"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หยุดหนึ่งจังหวะ แล้วพูดว่า "เมื่อกี้ผมบอกว่า Firebase config ไม่ใช่ความลับ ตอนนี้ผมกำลังจะบอกตรงข้าม ฟังให้ดีว่าต่างกันตรงไหน"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"ต่างกันตรงมีอะไรยืนกันอยู่ข้างหลังหรือเปล่า — Firebase มี Rules ยืนอยู่ แต่ API key ไม่มีใครยืนอยู่หลังมันเลย"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เปรียบเทียบ — "เหมือนบัตรเติมน้ำมันของบริษัท ใครหยิบไปก็เติมได้ และบิลมาที่บริษัท"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⚠️ สไลด์นี้ต้องพูดให้ครบสองประโยค อย่าให้ห้องสับสน · ชี้กล่องเข้มในแถบ ❌ ก่อน แล้วพูดว่า "แถบบนคือสิ่งที่เราจะทำกันในคาบวันนี้จริง ๆ คีย์ของคุณจะอยู่ในหน้าเว็บและคนอื่นเปิดดูได้ เรารู้ตัวและยอมรับได้ เพราะผมตั้งวงเงินของทุกใบไว้ให้แล้ว ความเสียหายสูงสุดถูกจำกัดไว้" · แล้วเลื่อนลงแถบ ✅ ชี้กล่องกลาง "แถบล่างคือสิ่งที่ต้องทำเมื่อระบบมีผู้ใช้จริง มีตัวกลางยืนถือกุญแจแทน หน้าเว็บไม่เคยเห็นกุญแจเลย" · ปิดด้วย "วันนี้เราอยู่แถบบนอย่างรู้ตัว เดือนที่ 3 เราจะย้ายไปแถบล่าง"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ประโยคที่ต้องพูดคำต่อคำ — "คีย์ที่คุณใส่ในเว็บวันนี้ คนอื่นเปิดดูได้ เรายอมรับได้ในคาบเรียนเพราะผมตั้งวงเงินไว้ให้แล้ว" · แจกคีย์เป็นรายบุคคล ห้ามโพสต์ลงกลุ่ม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ต่อประโยคเมื่อกี้ทันที — "แต่ถ้าเป็นระบบจริงที่มีผู้ใช้จริง ห้ามทำแบบนี้เด็ดขาด" · อย่าปล่อยให้สไลด์นี้ผ่านเร็ว ค้างไว้อย่างน้อย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"ตัวกลางคือโปรแกรมเล็ก ๆ ที่อยู่ฝั่งเซิร์ฟเวอร์ หน้าเว็บส่งข้อความไปหามัน แล้วมันเป็นคนถือกุญแจไปคุยกับ AI แทน" · เดือนที่ 3 จะได้ทำของจริง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ย้อนกลับไปสไลด์แกนของวันตอนต้นคาบ — "จำได้ไหมครับที่ผมบอกตอนเก้าโมงว่าทั้งวันนี้มีแกนเดียว นี่ไงครับ"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"ผมอยากให้คุณเห็นกับตาตัวเอง ไม่ใช่เชื่อเพราะผมพูด" · ตอนบ่ายในใบงานมีขั้นตอนนี้บังคับ</a:t>
            </a:r>
          </a:p>
          <a:p>
            <a:r>
              <a:t>เบลอคีย์จริงบนภาพก่อนใช้ · ชี้ตรงบรรทัดที่เห็นคีย์แล้วพูดว่า "ใครก็เปิดหน้านี้ได้ ไม่ต้องเป็นคนเก่งคอมพิวเตอร์"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"จดตอนนี้เลยครับ อย่ารอ — Backlog Sprint 2 คือหนึ่งในห้าอย่างที่ต้องส่งต่อให้เดือนที่ 3"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 — "ลบ commit ไม่พอ เพราะประวัติยังอยู่ ถ้าหลุดให้บอกผมทันที ผมเพิกถอนใบนั้นแล้วออกใบใหม่ให้ ไม่มีใครโดนดุ"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"สี่อาการนี้ไม่ใช่กรณีหายาก มันเกิดทุกวัน โดยเฉพาะตอนบ่ายที่ทั้งห้องกดปุ่มพร้อมกัน" · rate limit อ่านว่า เรท-ลิ-มิต แปลว่าการจำกัดจำนวนครั้งต่อช่วงเวลา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"ชั้นที่ 2 คือชั้นที่คนลืมบ่อยที่สุด อย่าเชื่อคำตอบของ AI แล้วบันทึกลงฐานข้อมูลตรง ๆ เด็ดขาด" · เดี๋ยวจะสาธิตให้ดูว่าถ้าไม่มีชั้นที่ 2 แล้วเกิดอะไรขึ้น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"ฟีเจอร์ AI เป็นตัวช่วย ไม่ใช่ทางผ่านบังคับ ถ้า AI ล่มแล้วผู้ใช้แจ้งซ่อมไม่ได้เลย แปลว่าเราออกแบบผิด"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"ไม่ครบสามข้อนี้ ถือว่าฟีเจอร์ยังไม่เสร็จ ทั้งในใบงานตอนบ่ายและในเกณฑ์ตรวจงาน"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เชื่อมกลับ — "เดือนที่ 1 สัปดาห์ที่ 1 เราเรียนว่า AI แต่งเรื่องได้อย่างมั่นใจ วันนี้เราเอาความรู้นั้นมาออกแบบหน้าจอ"</a:t>
            </a:r>
          </a:p>
          <a:p>
            <a:r>
              <a:t>ชี้ป้ายสีอ่อนใต้ช่องหมวดหมู่ · "ป้ายไม่ต้องสวย ต้องอ่านรู้เรื่อง"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ยกตัวอย่างจริง — "การจัดหมวดหมู่ใบแจ้งซ่อม ต้องการเฉพาะข้อความอาการเสีย ไม่ต้องส่งชื่อ อีเมล เบอร์โทรของผู้แจ้งไปด้วย ตัดออกก่อนส่ง"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เชื่อมกลับ — "เดือนที่ 1 เราเรียน token เป็นหน่วยนับความจำของ AI วันนี้มันกลายเป็นบรรทัดในใบเสร็จ" · ⚠️ ห้ามอ้างราคาเจาะจง ให้บอกว่าตรวจสอบราคาปัจจุบันก่อนใช้จริง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ให้ผู้เรียนถ่ายตารางเปล่านี้ไปกรอกตอนบ่าย · "เดือนที่ 1 เราเรียนว่าโมเดลต่างกันให้ผลต่างกัน วันนี้คุณจะพิสูจน์กับระบบของตัวเอง"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ข้อที่สองเป็นข้อสอบปากเปล่าจริงในเกณฑ์ผ่านสัปดาห์นี้ — บอกผู้เรียนตรง ๆ ว่าจะถูกถามข้อนี้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 — "ช่วงสุดท้ายสั้นแต่เป็นฟีเจอร์ที่ผู้ใช้จริงขอเป็นอันดับแรกเสมอ"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"ระบบที่คนเลิกใช้ ส่วนใหญ่ไม่ได้พัง แต่หาของไม่เจอ" · นี่คือเหตุผลที่ช่วงนี้อยู่ในสัปดาห์นี้ ไม่ใช่เดือนหน้า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"สามอย่างนี้ทำให้ระบบเปลี่ยนจากเดโมเป็นของที่ใช้ทำงานได้จริง" · ตอนบ่ายอยู่ในส่วน C ของใบงาน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"สองบรรทัดพอจริง ๆ ครับ ไม่ต้องเขียนสี่ข้อยาว ๆ" · แล้วบอกสิ่งที่ควรพิมพ์เพิ่มตอนแก้แผน — "ขอเรียงใหม่ไปเก่า ดึงมาไม่เกิน 50 รายการ และถ้าต้องสร้าง index ของ Firestore ให้บอกผมด้วย" · เน้นข้อสุดท้าย "การสั่งให้ AI บอกล่วงหน้าว่าต้องสร้าง index ช่วยให้เราไม่ตกใจตอนเจอ error"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"index อ่านว่า อิน-เด็กซ์ คิดเป็นภาพว่าเป็นสารบัญท้ายเล่มหนังสือ ถ้าไม่มีสารบัญ ต้องเปิดทุกหน้าเพื่อหา ซึ่งช้าเกินไป Firestore เลยไม่ยอมทำให้"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"ตรงนี้ไม่ใช่ความผิดพลาดของคุณ Firebase ตั้งใจให้เป็นแบบนี้ และมันเตรียมลิงก์สร้างให้เสร็จแล้ว กดตามได้เลย"</a:t>
            </a:r>
          </a:p>
          <a:p>
            <a:r>
              <a:t>ชี้ตรงลิงก์แล้วบอกว่า "ลิงก์นี้คือของขวัญ ไม่ใช่คำด่า" · เตือนว่า index ใช้เวลาสร้างสักครู่ ระหว่างนั้น error ยังขึ้นอยู่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"ผมตัดเรื่องนี้ออกโดยตั้งใจ เพราะมันกินเวลามากกว่าที่ควรได้ในเดือนนี้ ใครอยากลองทำเอง ให้จดลง Backlog Sprint 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ทวนสั้น ๆ แล้วเข้าสไลด์ปิดคาบ · ถ้าเวลาเหลือน้อย ✂️ ตัดสไลด์นี้ได้ แล้วพูดปากเปล่าแทน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เหลือเวลาให้ส่วนนี้อย่างน้อย 8 นาที อย่าให้ถูกกินหมด เพราะเป็นสะพานเข้า Lab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ให้ผู้เรียนพิมพ์ในแชทว่าข้อไหน "ยังไม่ชัด" ก่อนพักเที่ยง แล้ว TA เอาไปเตรียมตอบตอนบ่าย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ฉายตารางนี้ค้างไว้ 2 นาที · "ตอนเช้าผมทำ tickets ของ FixIt ตอนบ่ายคุณทำ leaveRequests ของ LeaveEasy โครงเดียวกันเป๊ะ"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ปิดด้วยคำถามประจำหลักสูตร — "แล้วโครงงานของคุณ โฟลเดอร์หลักคือโฟลเดอร์ไหน และบทบาทผู้ใช้มีกี่แบบ"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บอกว่าใบงานแจกแล้วในแชท · ให้เปิดอ่านหัวข้อ "สิ่งที่ต้องมีก่อนเริ่ม" ตอนพักเที่ยง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"ถ้าทำไม่ทัน ให้ถึงจุดที่ 2 เป็นอย่างน้อย ห้ามจบสัปดาห์นี้โดยที่ Rules ยังเปิดกว้าง เพราะสัปดาห์หน้าจะมีผู้ใช้จริงเข้ามา"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· บอกว่าข้อสุดท้ายจะถูกถามปากเปล่าในชั่วโมงปรึกษา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ปิดคาบด้วยคำถามนี้เสมอ · ให้ทุกคนพิมพ์คำตอบหนึ่งบรรทัดลงแชทก่อนพักเที่ยง แล้ว TA กวาดตาดูว่าใครยังตอบไม่ได้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 · ยามเฝ้าข้อมูล · ให้ระบบเรียกใช้ AI เอง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12 กันยายน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วันนี้ระบบของเราเปลี่ยนสถานะ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🔓 สัปดาห์ที่แล้ว: ใครก็อ่านเขียนข้อมูลได้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🔐 วันนี้: มีเจ้าของข้อมูล และมียามเฝ้าประตู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วันนี้: ระบบเรียก AI ทำงานให้เอง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วันนี้: ผู้ใช้ค้นหาของที่ต้องการเจอ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 3 ชั่วโมงของเช้านี้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 09:00–10:15 ล็อกอินและสิทธิ์ผู้ใช้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10:15–10:25 พัก 10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 10:25–11:35 ให้ระบบเรียกใช้ AI 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 11:35–12:00 ค้นหา กรอง เรียงลำดับ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สัปดาห์นี้ระบบเปลี่ยนจากของเล่นเป็นของจริง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ทวนก่อน — สัปดาห์ที่แล้วเราได้อะไรมา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โฟลเดอร์ tickets บน Firestore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📄 ไฟล์ใบแจ้งซ่อมที่บันทึกได้จริง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โฟลเดอร์ย่อย comments ในใบแจ้งซ่อม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URL จริงบน Firebase Hosting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ปัญหาที่ยังค้างอยู่ตั้งแต่สัปดาห์ที่แล้ว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ไม่มีใครเป็น "เจ้าของ" ใบแจ้งซ่อม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ใครเปิด URL ก็อ่านข้อมูลทั้งหมดได้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ไม่มีวิธีบอกว่าใครกดปิดงานได้บ้าง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แกนเดียวกันของทั้งวันนี้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ตอนเช้า: กฎที่ผู้ใช้แก้ไม่ได้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ตอนสาย: กุญแจที่ผู้ใช้ไม่ควรมองเห็น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เรื่องเดียวกันคนละหน้าตา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ทวนวิธีสั่ง AI ที่เราใช้ทุกสัปดาห์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ล็อกอินและสิทธิ์ผู้ใช้ ⏱ 1 ชม. 15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มองล็อกอินเป็นฟีเจอร์ก่อน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ผู้ใช้เห็นชื่อตัวเองบนหน้าจอ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ผู้ใช้เห็นเฉพาะงานของตัวเอง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หัวหน้าเห็นภาพรวมและกดอนุมัติได้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Firebase Authentication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ระบบสมัครสมาชิกและล็อกอินสำเร็จรูป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Firebase ทำหน้าจอ + เก็บรหัสผ่านให้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เราเปิดใช้ ไม่ต้องเขียนเอง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ทำไมห้ามเขียนระบบล็อกอินเอง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รหัสผ่านต้องเก็บแบบที่แม้เราเองก็อ่านไม่ได้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ต้องมีรีเซ็ตรหัสผ่าน · ยืนยันอีเมล · กันบอทเดารหัส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เรื่องนี้ทำผิดแล้วเสียหายหนัก ให้คนที่ทำมาแล้วทำแทน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สิ่งที่เราได้กลับมาหลังผู้ใช้ล็อกอิน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uid   = "8fK2pQ..."      ← เลขประจำตัวผู้ใช้ ไม่ซ้ำกับใครในโลก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email = "somchai@example.com"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uid คือกาวที่เชื่อมคนเข้ากับข้อมูล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8fK2pQ...  { name: "สมชาย", email, role: "reporter"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↑ ชื่อไฟล์คือ uid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351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ชื่อไฟล์ใน users = uid ของคนนั้น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บทบาทผู้ใช้ (role) ของ FixIt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role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ภาษาคน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ทำอะไรได้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ผู้แจ้ง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· ดูใบของตัวเอง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admin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ผู้ดูแล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ดูทุกใบ · เปลี่ยนสถานะ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ใครเห็นอะไรได้บ้าง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ไม่ล็อกอิน ไม่เห็นอะไร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พนักงาน เห็นของตัวเอง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หัวหน้า เห็นของทีม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ผูกผู้ใช้เข้ากับใบแจ้งซ่อม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  "8fK2pQ...",   ← uid ของผู้แจ้ง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reporterName: "สมชาย" }      ← จดชื่อซ้ำไว้เหมือนเดิม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หน้าจอเดียวกัน แสดงไม่เหมือนกัน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ผู้แจ้งเปิดหน้ารายการ → เห็นใบของตัวเอง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ผู้ดูแลเปิดหน้าเดียวกัน → เห็นทุกใบ + ปุ่มเปลี่ยนสถานะ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หน้าจอหน้าเดียว ไม่ต้องทำสองหน้า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ซ่อนปุ่ม ไม่ใช่การป้องกัน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ใน Firebase หน้าเว็บคุยกับฐานข้อมูลตรง ๆ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[หน้าเว็บของผู้ใช้]  ──────────►  [Firestore]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ไม่มีเซิร์ฟเวอร์ของเรากั้นอยู่ตรงนี้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570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สิ่งเดียวที่ยืนกั้นคือ Security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Firebase config ที่อยู่ในหน้าเว็บ ไม่ใช่ความลับ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ใครเปิดหน้าเว็บก็เห็นได้ — ปกติ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มันคือ "ที่อยู่ของโครงการ" ไม่ใช่กุญแจ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Rules ต่างหากที่ป้องกัน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Security Rules = ยามเฝ้าประตูโฟลเดอร์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อยู่ที่ฝั่ง Firebase ผู้ใช้แก้ไม่ได้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ตรวจทุกครั้งที่มีคนขออ่านหรือขอเขียน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ปฏิเสธไว้ก่อนเป็นค่าเริ่มต้น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มียามกับไม่มียาม ต่างกันตรงนี้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ไม่มี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ใครก็ได้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เปิดฐานข้อมูล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เห็นข้อมูลทุกคน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มี Rules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ยามตรวจสิทธิ์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เห็นเฉพาะของตัวเอง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เราจะไม่เรียนไวยากรณ์ของ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เขียนกฎให้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เรามีหน้าที่ ตรวจว่าครบ 5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 ทดสอบว่ากันได้จริง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เช็กลิสต์ความปลอดภัยขั้นต่ำ 5 ข้อ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คนไม่ล็อกอิน อ่านอะไรไม่ได้เลย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เขียนข้อมูลใหม่ได้เฉพาะในชื่อตัวเอง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อ่านได้เฉพาะข้อมูลของตัวเอง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 5 ข้อ (ต่อ)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การกระทำสำคัญ ทำได้เฉพาะบทบาทที่มีสิทธิ์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⚠️ มีกฎครอบโฟลเดอร์ย่อยด้วย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 5 — กฎของแม่ไม่ครอบลูกอัตโนมัติ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     ← เขียนกฎแล้ว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     ← ยังไม่มีกฎ ❌ เปิดโล่ง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เขียน Rules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2231136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2231136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เช็กลิสต์ห้ามตกข้อ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 Firebase Security Rules ให้ FixIt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ต้องผ่านเช็กลิสต์ 5 ข้อนี้ครบทุกข้อ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(วางเช็กลิสต์ 5 ข้อ + โครงสร้างโฟลเดอร์)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แล้วบอกทีละบล็อกว่าตรงกับข้อไหน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044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ยาวได้เพราะตกไปข้อเดียว = ข้อมูลรั่ว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ตรวจกฎที่ได้มาด้วย 5 คำถามนี้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มีบรรทัดที่พูดถึงโฟลเดอร์ครบทุกโฟลเดอร์ไหม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มีบล็อกของโฟลเดอร์ย่อยไหม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มีคำว่า request.auth อยู่ทุกบล็อกไหม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มีบล็อกไหนเขียนว่าอนุญาตทุกคนหลงเหลืออยู่ไหม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ห้ามทดสอบด้วยการดูหน้าจอตัวเอง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ทดสอบว่ากันได้จริง — 3 วิธี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🕵️ เปิดหน้าต่างไม่ระบุตัวตน แล้วเข้าโดยไม่ล็อกอิน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สมัครบัญชีที่สอง แล้วลองเปิดใบของบัญชีแรก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ใช้ Rules Playground ใน Firebase Console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หลังเขียน Rules แล้วต้อง deploy กฎด้วย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firebase deploy --only firestore:rules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เว็บ กับ deploy กฎ เป็นคนละคำสั่ง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"ในเครื่องได้ ออนไลน์พัง" ของ Firebase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สาเหตุที่ 1 — Rules ยังไม่ deploy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สาเหตุที่ 2 — ยังไม่ได้สร้าง index (เดี๋ยวเจอช่วงที่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อ่าน error ให้ครบบรรทัด มันบอกไว้แล้ว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PDPA — ต่อจากเดือนที่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ข้อมูลส่วนบุคคลรั่ว เกิดจากจุดนี้จริง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Rules หลวม = ชื่อ อีเมล เหตุผลการลา หลุดทั้งฐาน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สัปดาห์นี้ปิดเสร็จแล้วจึงใส่ข้อมูลจริงได้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หน้าล็อกอินที่ใช้งานได้จริง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ที่มี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ใบแจ้งซ่อมที่รู้ว่าใครเป็นเจ้าของ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Rules ที่ผ่านเช็กลิสต์ 5 ข้อ และ deploy 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10:25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กลับมาแล้วเปลี่ยนเรื่องใหญ่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ให้ระบบเรียกใช้ AI เอง ⏱ 1 ชม. 15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เปลี่ยนบทบาทของ 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ที่ผ่านมา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เราใช้ AI เขียนระบบ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ระบบเรียก AI ตอนผู้ใช้กดปุ่ม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 ทำงานตอนเราพัฒนา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 ทำงานตอนมีผู้ใช้จริงใช้งาน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 3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อ่านข้อมูลจาก Firestore   (รายละเอียดที่ผู้แจ้งพิมพ์)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ส่งให้ AI พร้อมคำสั่ง      (ผ่าน OpenRouter)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บันทึกผลกลับลง Firestore  (ช่องหมวดหมู่ของใบนั้น)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เส้นทางของฟีเจอร์ AI ทั้งเส้น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อ่านจาก Firestore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ส่งให้ AI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ตรวจคำตอบก่อน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บันทึกกลับ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🎬 FixIt — ปุ่มจัดหมวดหมู่อัตโนมัติ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ผู้แจ้งพิมพ์ "หลอดไฟห้องประชุม 3 กะพริบทั้งวัน"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กดปุ่ม → AI อ่านแล้วเลือกให้ว่า ไฟฟ้า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ผู้ใช้แก้ได้เสมอ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OpenRouter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ประตูกลางที่ต่อไปยัง AI หลายเจ้า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สมัครครั้งเดียว ใช้ได้หลายโมเดล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เปลี่ยนโมเดลด้วยการแก้ชื่อบรรทัดเดียว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เปลี่ยนโมเดลได้ด้วยการแก้บรรทัดเดียว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const MODEL = "&lt;ชื่อโมเดลหลักที่ผู้สอนระบุ&gt;";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// สำรอง: "&lt;ชื่อโมเดลสำรองที่ผู้สอนระบุ&gt;"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เก็บชื่อโมเดลไว้บรรทัดบนสุดเสมอ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ที่ระบบส่งให้ AI (ส่วนหัว)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299923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299923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รายชื่อหมวดหมู่ห้ามตกหล่น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2304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คุณเป็นผู้ช่วยจัดหมวดหมู่ใบแจ้งซ่อมของอาคารสำนักงาน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หมวดหมู่ที่มีอยู่ในระบบ: ไฟฟ้า, ประปา, แอร์,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เฟอร์นิเจอร์, คอมพิวเตอร์และเครือข่าย, อื่น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ข้อความที่ผู้แจ้งพิมพ์มา: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"""{ข้อความจากช่องรายละเอียด}"""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ที่ระบบส่งให้ AI (ส่วนกติกา)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376732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376732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กติกาและตัวอย่างต้องครบ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3072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กติกาการตอบ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ตอบเป็นชื่อหมวดหมู่เดียวจากรายการข้างบนเท่านั้น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ห้ามมีคำอธิบาย ห้ามขึ้นบรรทัดใหม่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ถ้าไม่แน่ใจ ให้ตอบว่า อื่น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ตัวอย่าง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"หลอดไฟห้องประชุมกะพริบ"        → ไฟฟ้า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"ก๊อกน้ำชั้น 2 ปิดไม่สนิท"       → ประปา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ทำไมต้องส่งรายชื่อหมวดหมู่ไปด้วย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ไม่ส่ง → AI ตั้งชื่อหมวดใหม่เอง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ส่ง → AI เลือกจากของที่เรามีจริง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และเราตรวจซ้ำก่อนบันทึกได้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สั่งสร้างปุ่ม AI — จังหวะที่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ผมอยากเพิ่มปุ่มให้ AI ช่วยจัดหมวดหมู่ใบแจ้งซ่อม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จังหวะที่ 2 — แผนที่ AI เขียนกลับมา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 เพิ่มปุ่มในหน้ารายละเอียดใบแจ้งซ่อม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 ส่งข้อความของผู้แจ้งไปให้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 รับคำตอบมาใส่ช่องหมวดหมู่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 บันทึกลง Firestore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อ่านให้ครบทุกข้อก่อนตอบ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จังหวะที่ 3 และ 4 — แก้แผนแล้วค่อยลงมือ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แก้แผน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ขอให้ส่งรายชื่อหมวดหมู่ที่มีจริงไปด้วย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และเพิ่มข้อว่าต้องมีป้ายบอกผู้ใช้ว่าเป็นคำตอบจาก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API key ของ OpenRouter เป็นความลับจริง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เทียบสองอย่างที่หน้าตาคล้ายกัน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Firebase config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OpenRouter API key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ที่อยู่ของโครงการ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กุญแจที่ผูกกับบัญชีเงิน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หลุดแล้ว Rules ยังกันอยู่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หลุดแล้วคนอื่นใช้ เจ้าของจ่าย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API Key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กุญแจประจำตัวสำหรับเรียกใช้บริการภายนอก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ใครถือกุญแจ ก็ใช้ในนามเราได้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ค่าใช้จ่ายไปลงที่เจ้าของกุญแจ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กุญแจควรอยู่ตรงไหน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คีย์อยู่ในหน้าเว็บ ใครเปิดดูก็เห็น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4824831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หน้าเว็บ ถือคีย์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8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1" y="1984248"/>
            <a:ext cx="4824831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OpenRouter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คีย์อยู่ฝั่งที่ผู้ใช้แตะไม่ได้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ตัวกลางถือคีย์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OpenRouter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🔑 วันนี้เราจะเปิดเผยมันอย่างรู้ตัว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ทุกคนได้คีย์ของตัวเอง คนละ 1 ใบ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ผู้สอน ตั้งวงเงินไว้ให้แล้วทุกใบ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ความเสียหายถูกจำกัดด้วยวงเงิน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นี่ไม่ใช่วิธีที่ถูกต้องสำหรับระบบจริง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ของจริงต้องมีตัวกลางเก็บกุญแจ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วันนี้ (ยอมรับความเสี่ยงในคาบเรียน)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[หน้าเว็บ + กุญแจอยู่ในนั้น] ──► OpenRouter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ของจริง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[หน้าเว็บ] ──► [ตัวกลาง 🔑เก็บกุญแจ] ──► OpenRouter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↑ ผู้ใช้แตะไม่ได้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หลักการเดียวกับตอนเช้าเป๊ะ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Rules อยู่ฝั่งที่ผู้ใช้แก้ไม่ได้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กุญแจต้องอยู่ฝั่งที่ผู้ใช้มองไม่เห็น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ของสำคัญต้องอยู่ฝั่งที่ผู้ใช้แตะไม่ได้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🔬 การทดลองที่ทุกคนต้องทำเอง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เปิดเว็บ FixIt ที่ deploy 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 F12 → ดูไฟล์ที่หน้าเว็บโหลด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หาคีย์ของตัวเองให้เจอ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📌 ใส่ลง Backlog Sprint 2 ทุกคน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[Sprint 2] เปลี่ยนไปใช้ตัวกลางเก็บ API key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เหตุผล: คีย์ในหน้าเว็บผู้ใช้เปิดดูได้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ห้าม commit คีย์ขึ้น 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เก็บคีย์ในไฟล์แยก แล้วใส่ชื่อไฟล์นั้นใน .gitignore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GitHub คือที่แรกที่บอทสแกนหาคีย์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หลุดแล้ว ต้องเพิกถอนคีย์ ไม่ใช่ลบ 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เมื่อ AI ไม่ให้ความร่วมมือ — 4 อาการ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อาการ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ระบบต้องทำอะไร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ตอบช้า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ขึ้นสถานะกำลังโหลด · มีเวลาหมดอายุ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ตอบผิดรูปแบบ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ตรวจก่อนบันทึก · ไม่บันทึกของแปลก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ล่ม / ต่อไม่ติด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บอกผู้ใช้ · ให้ทำงานต่อได้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โดนจำกัดจำนวนครั้ง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บอกให้ลองใหม่ทีหลัง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ตอบผิดรูปแบบ — รับมือ 3 ชั้น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ชั้นที่ 1 บอกกติกาใน prompt + ยกตัวอย่าง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ชั้นที่ 2 ตรวจคำตอบว่าอยู่ในรายการจริงหรือไม่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ชั้นที่ 3 ให้ผู้ใช้แก้ได้เสมอ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ระบบต้องไม่ค้างตาม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ตั้งเวลาหมดอายุการรอ เช่น 15 วินาที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ปุ่มกดซ้ำไม่ได้ระหว่างรอ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เรียกไม่สำเร็จ → ยังบันทึกใบแจ้งซ่อมได้ตามปกติ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อย่างที่ต้องมีในทุกฟีเจอร์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🏷️ ป้าย "ข้อเสนอจาก AI — โปรดตรวจสอบก่อนยืนยัน"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⏳ สถานะกำลังโหลดระหว่างรอ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🆘 ข้อความภาษาคนเมื่อเรียกไม่สำเร็จ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ทำไมต้องมีป้ายบอกว่าเป็นคำตอบจาก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มั่นใจเสมอ แม้ตอนตอบผิด (hallucination)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ผู้ใช้ต้องรู้ว่ากำลังดูอะไรอยู่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และต้องแก้ได้ทุกครั้ง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PDPA กับการส่งข้อมูลให้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บริการฟรีหลายเจ้านำข้อมูลไปปรับปรุงบริการ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⛔ ห้ามส่งข้อมูลส่วนบุคคลจริงเข้าไป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✂️ ปิดบังก่อนส่ง — ส่งเฉพาะข้อความที่จำเป็น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💰 Token = เงินจริง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กดปุ่ม 1 ครั้ง = จ่ายเงินจำนวนหนึ่ง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ยาว = จ่ายมากขึ้น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จำกัดความยาวคำตอบ · จำกัดจำนวนครั้งต่อผู้ใช้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ทดลองเทียบ 2 โมเดล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โมเดล 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โมเดล ข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ตอบตรงรูปแบบไหม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ใช้เวลานานเท่าไร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เลือกหมวดถูกไหม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เข้าใจ 3 ขั้น อ่าน → ส่ง → 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อธิบายได้ว่าทำไมกุญแจต้องอยู่ฝั่งที่ผู้ใช้แตะไม่ได้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 3 อย่างที่ทุกฟีเจอร์ AI ต้องมี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มีบรรทัด Backlog Sprint 2 จดไว้แล้ว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ค้นหา กรอง เรียงลำดับ ⏱ 30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10 รายการใช้ได้ 500 รายการหาไม่เจอ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ตอนทดสอบมีข้อมูล 5 ใบ ทุกอย่างดูดี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ใช้จริง 3 เดือน มี 500 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ผู้ใช้เลื่อนหาไม่ไหว แล้วเลิกใช้ระบบ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สามอย่างที่ทำให้ระบบใช้ทำงานจริงได้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ค้นหาด้วยคำ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🎛️ กรองตามสถานะ / หมวดหมู่ / ช่วงวันที่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↕️ เรียงลำดับใหม่ → 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สั่งเพิ่มค้นหาและกรอง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ผมอยากให้หน้ารายการใบแจ้งซ่อมค้นหาและกรองได้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แล้วเดินวงจรเดิม → อ่านแผน → แก้ข้อที่ไม่ใช่ → ลงมือทีละข้อ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ข้อจำกัดการค้นหาของ Firestore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ค้นหาแบบซับซ้อนต้องมี index 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index แปลว่า สารบัญที่ช่วยให้ค้นเร็วขึ้น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ไม่มีสารบัญ → Firestore ปฏิเสธและส่ง error มา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 error เรื่อง index — เป็นเรื่องปกติ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The query requires an index.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You can create it here: https://console.firebase...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กดลิงก์ที่ error ให้มา → กดสร้าง → รอสักครู่ → ลองใหม่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เดือนนี้ยังไม่ต้องแบ่งหน้า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จำกัดจำนวนที่ดึงมาก่อน เช่น 50 รายการ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การแบ่งหน้า (pagination) ยกไปเดือนที่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ช่องค้นหาที่พิมพ์แล้วรายการลดลงจริง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ตัวกรองตามสถานะที่กดแล้วเห็นผล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รู้ว่าเจอ error เรื่อง index แล้วต้องทำอย่างไร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— เตรียมเข้า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ทวนทั้งคาบใน 4 บรรทัด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 → ระบบรู้ว่าใครเป็นใคร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Rules → ยามเฝ้าประตูที่ผู้ใช้แก้ไม่ได้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→ อ่าน → ส่ง → บันทึก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ค้นหา/กรอง → ระบบใช้ทำงานได้จริง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FixIt ↔ LeaveEasy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 (เช้า)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 (บ่าย)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 ใบแจ้งซ่อม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 ใบขอลา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reporterId ผู้แจ้ง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requesterId ผู้ขอลา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(ต่อ)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role: reporter / admin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role: employee / manager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 จัดหมวดหมู่ใบแจ้งซ่อม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 จัดประเภทการลา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 หมวดหมู่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 ประเภทการลา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🔧 Lab บ่ายนี้ — ใบงานที่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ล็อกอิน + ปิดข้อมูล ⏱ ~90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ปุ่ม AI ช่วยจัดประเภทการลา ⏱ ~65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ค้นหาและกรอง ⏱ ~20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Checkpoint 3 จุดของบ่ายนี้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 ล็อกอินได้ และใบลาบันทึกชื่อคนที่ล็อกอินจริง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 ⭐ พนักงาน ก. เปิดใบลาของพนักงาน ข. 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 ปุ่ม AI ใช้งานได้ และปิดเน็ตแล้วระบบไม่ค้าง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เกณฑ์ผ่านสัปดาห์นี้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ส่ง URL ให้คนอื่นเปิดแล้วล็อกอินใช้งานได้จริง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คนไม่ล็อกอินอ่านไม่ได้ · คนหนึ่งเปิดของอีกคนไม่ได้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มีฟีเจอร์ AI + ป้ายบอก + ปิดเน็ตไม่ค้าง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อธิบายได้ว่าทำไมกุญแจต้องอยู่ฝั่งที่ผู้ใช้แตะไม่ได้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ขั้นตอนที่เพิ่งดู — ในโครงงานของคุณคืออะไร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