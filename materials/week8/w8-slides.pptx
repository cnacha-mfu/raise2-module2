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A · จบแล้วกลับเข้าสไลด์หน้า 8 · พูดว่า "นี่คือ FixIt ที่เราจบกันไว้สัปดาห์ที่แล้ว มีล็อกอิน มีกุญแจคลังข้อมูล อยู่บนอินเทอร์เน็ตจริง ทีนี้ผมจะเลิกเป็นเจ้าของระบบสักครู่"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คลังข้อมูลจึงเปิดให้คนแปลกหน้าทุกคน"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"ตอนนั้นผมบอกไว้แล้วว่ากุญแจคลังข้อมูลยังไม่ใช่ความปลอดภัยจริง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"ระบบของคุณตอนนี้ ใครสมัครก็อ่านได้แบบนี้เหมือนกันไหมครับ" — คำตอบคือใช่ทุกคน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แล้วของหัวข้อของคุณคือใคร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ให้ Claude ส่งกฎขึ้นไป แล้วกลับไปรีเฟรชหน้าจอของคนแปลกหน้า ให้ห้องเห็นข้อมูลหายไปกับตา · ย้ำว่าไม่ต้องจำคำสั่ง "เหมือนตอนส่งกุญแจคลังข้อมูลขึ้นไปสัปดาห์ที่แล้วครับ พิมพ์ภาษาไทยบอกมันเหมือนเดิม"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ปลดล็อกเฉพาะคนที่ทดสอบสวมรอยผ่านแล้วเท่านั้น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แล้วให้คนที่ยังไม่ชัดเรื่องโฟลเดอร์ย่อยพิมพ์เลข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"รายการไฟล์ที่มันแสดงมาคือหลักฐาน ถ้าชื่อไฟล์ไม่โผล่ แปลว่าคีย์จะไม่ติดไปกับ commit — พิมพ์บอกมันว่า แสดงรายการไฟล์ที่กำลังจะส่งขึ้น GitHub ให้ผมดู"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B · จบแล้วกลับเข้าสไลด์หน้า 35 · 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 Consult 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C · จบแล้วกลับเข้าสไลด์หน้า 61 · พูดว่า "ผมจะไม่เปิดเมนูตั้งค่าอะไรเลย ผมพิมพ์สั่งเป็นภาษาไทย ให้ Claude สร้างไฟล์ของคนตรวจให้"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คนตัดสินใจว่าแก้อะไรคือคุณ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 · แถวสอง ย้ำเรื่องโฟลเดอร์ย่อย — "กฎข้อ 5 ของคุณ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ชี้ส่วน A แล้วบอกว่า "ส่วนนี้สั้นเพราะคุณเขียนตารางสิทธิ์ไว้แล้วสัปดาห์ที่แล้ว วันนี้แค่เอาไปบังคับใช้จริงที่คลัง เวลาที่เหลือเป็นของผู้ช่วย AI" · "ลำดับตัดคือ A → B → C → D · ส่วน B ต้องเสร็จในคาบ · ส่วน D ยกไปทำในการบ้านได้ แต่ต้องเสร็จก่อนส่ง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 · ประกาศกำหนดส่ง: ใบงาน (LeaveEasy) วาง URL repo ภายในจันทร์ 14 ก.ย. · การบ้าน (หัวข้อตัวเอง) ภายในศุกร์ 18 ก.ย. ย้ำว่าส่ง URL repo ลิงก์เดียวเท่านั้น URL เว็บออนไลน์ให้เขียนไว้บนสุดของ README.md ในrepo และก่อนส่งต้องให้ Claude แสดงรายการไฟล์บน GitHub ให้ดูก่อนว่าไม่มีไฟล์คีย์ปนไป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2 เป็นอย่างน้อย — ห้ามจบสัปดาห์นี้โดยที่กฎยังเปิดกว้าง เพราะระบบอยู่บนอินเทอร์เน็ตแล้ว" · จุดที่ 1 ต้องทดสอบด้วยการสวมรอยจริง ไม่ใช่ดูหน้าจอตัวเอง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วางลิงก์ตารางห้องย่อยในแชทก่อนพักเที่ยง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และกุญแจคลังข้อมูล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เปิดรูรั่วแล้วปิดด้วยเช็กลิสต์ 5 ข้อ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สมัครบัญชีใหม่ แล้วเห็นใบแจ้งซ่อมของทุกคนทันที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เขียนกฎ 5 ข้อ แล้วตรวจด้วยตา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กฎ แล้วดูข้อมูลรั่วปิดลงจริงต่อหน้า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ทดสอบสวมรอยใน Playground ทั้งใบแม่และโฟลเดอร์ย่อย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ช่วยส่งไฟล์กฎขึ้นไปใช้งานจริงให้ผม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523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ให้ Claude แสดงรายการไฟล์ที่จะส่งขึ้น ← ต้องไม่เห็นชื่อไฟล์นี้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ตั้งคนตรวจ (Reviewer) แล้วแก้กองแดง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Reviewer 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แก้กองแดง 1 ข้อ แล้ว commit ให้จบวง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ผลตรวจแยกเป็น 3 กอง แดง เหลือง ขาว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แปลง ACL.md เป็นกฎ + สวมรอย ⏱ 18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1 ⏱ 36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ผู้ช่วย AI ระดับ 2 (agentic) ⏱ 35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Reviewer + แก้กองแดง ⏱ 16 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4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สมัครบัญชีที่สองแล้วเปิดข้อมูลบัญชีแรกไม่ได้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ผู้ช่วยระดับ 1 ทำงานได้ + มีป้าย + ปิดเน็ตแล้วไม่ค้าง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ระดับ 2 ทำงานเป็นขั้นได้ + มีบันทึก aiLog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 Reviewer รายงานแล้ว + แก้กองแดง 1 ข้อ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