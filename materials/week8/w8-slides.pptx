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A · จบแล้วกลับเข้าสไลด์หน้า 8 · พูดว่า "นี่คือ FixIt ที่เราจบกันไว้สัปดาห์ที่แล้ว มีล็อกอิน มีกุญแจคลังข้อมูล อยู่บนอินเทอร์เน็ตจริง ทีนี้ผมจะเลิกเป็นเจ้าของระบบสักครู่"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คลังข้อมูลจึงเปิดให้คนแปลกหน้าทุกคน"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"ตอนนั้นผมบอกไว้แล้วว่ากุญแจคลังข้อมูลยังไม่ใช่ความปลอดภัยจริง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ให้ Claude ส่งกฎขึ้นไป แล้วกลับไปรีเฟรชหน้าจอของคนแปลกหน้า ให้ห้องเห็นข้อมูลหายไปกับตา · ย้ำว่าไม่ต้องจำคำสั่ง "เหมือนตอนส่งกุญแจคลังข้อมูลขึ้นไปสัปดาห์ที่แล้วครับ พิมพ์ภาษาไทยบอกมันเหมือนเดิม"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"รายการไฟล์ที่มันแสดงมาคือหลักฐาน ถ้าชื่อไฟล์ไม่โผล่ แปลว่าคีย์จะไม่ติดไปกับ commit — พิมพ์บอกมันว่า แสดงรายการไฟล์ที่กำลังจะส่งขึ้น GitHub ให้ผมดู"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C · จบแล้วกลับเข้าสไลด์หน้า 61 · พูดว่า "ผมจะไม่เปิดเมนูตั้งค่าอะไรเลย ผมพิมพ์สั่งเป็นภาษาไทย ให้ Claude สร้างไฟล์ของคนตรวจให้"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ภายในจันทร์ 14 ก.ย. · การบ้าน (หัวข้อตัวเอง) ภายในศุกร์ 18 ก.ย. ย้ำว่าส่ง URL repo ลิงก์เดียวเท่านั้น URL เว็บออนไลน์ให้เขียนไว้บนสุดของ README.md ในrepo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วางลิงก์ตารางห้องย่อยในแชทก่อนพักเที่ยง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และกุญแจคลังข้อมูล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ช่วยส่งไฟล์กฎขึ้นไปใช้งานจริงให้ผม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523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ให้ Claude แสดงรายการไฟล์ที่จะส่งขึ้น ← ต้องไม่เห็นชื่อไฟล์นี้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30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36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23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16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