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ให้ Claude ส่งกฎขึ้นไป แล้วกลับไปรีเฟรชหน้าจอของคนแปลกหน้า ให้ห้องเห็นข้อมูลหายไปกับตา · ย้ำว่าไม่ต้องจำคำสั่ง "เหมือนตอนส่งกุญแจประตูหน้าบ้านขึ้นไปสัปดาห์ที่แล้วครับ พิมพ์ภาษาไทยบอกมันเหมือนเดิม"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+ URL เว็บ ภายในจันทร์ 14 ก.ย. · การบ้าน (หัวข้อตัวเอง) ภายในศุกร์ 18 ก.ย. ย้ำว่าส่ง URL อย่างเดียว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ช่วยส่งไฟล์กฎขึ้นไปใช้งานจริงให้ผม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523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40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35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25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