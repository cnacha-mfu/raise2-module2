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835" autoAdjust="0"/>
  </p:normalViewPr>
  <p:slideViewPr>
    <p:cSldViewPr snapToGrid="0" snapToObjects="1">
      <p:cViewPr varScale="1">
        <p:scale>
          <a:sx n="95" d="100"/>
          <a:sy n="95" d="100"/>
        </p:scale>
        <p:origin x="115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7A4DEA-BCB9-41A0-A108-6D1677398C70}" type="datetimeFigureOut">
              <a:rPr lang="th-TH" smtClean="0"/>
              <a:t>12/09/69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344CBE-9003-464A-88A2-9425DCDA244A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076670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ชี้ทีละบรรทัดพร้อมเวลา · ย้ำว่าวันนี้มีเรื่องเดียว — เป็นครั้งแรกที่ระบบของเราเรียก AI เอง ไม่ใช่เราเรียก AI มาเขียนระบบ · บอกว่าทั้งเช้าจะเห็นสาธิตสดตลอด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เปิดคาบด้วยประโยคเปลี่ยนบทบาท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บอกว่าวันนี้ทั้งวันมีเรื่องเดียว คือผู้ช่วย AI สองระดับ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🎬 เดโมขั้นที่ 5 (3 นาที) — วาง prompt นี้ให้ดูจริง · ย้ำว่า ใช้ได้เพราะเป็นคีย์ของหลักสูตรที่ผมตั้งวงเงินไว้ทุกใบ และจะเพิกถอนทั้งหมดเมื่อจบเดือน · "ห้ามเอาคีย์ส่วนตัวของตัวเองมาใช้เด็ดขาด" · บอกชื่อโมเดลออกเสียงช้า ๆ แล้วให้จดไว้ — ถูกที่สุดในกลุ่มที่ตอบไทยได้ดี · เตือน: คีย์หลุด = แจ้งผู้สอนเพิกถอนทันที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หยุดที่กล่องเข้มแถบล่าง — "คีย์วันนี้อยู่ผิดฝั่ง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"ครึ่งหลังคือผู้ช่วยระดับ 2 ที่อ่านหลายที่แล้วสรุปให้คนอ่านก่อนตัดสินใจ"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เปิดช่วงสั้น ๆ — "ครึ่งแรกผู้ช่วยของเราตอบได้ทีละคำถาม ครึ่งหลังเราจะให้มันทำงานเป็นขั้นแล้วทิ้งบันทึกไว้ให้เราตรวจ"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ให้ตัดการทวนช่วงต้นคาบ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"ของสำคัญอยู่ฝั่งที่ผู้ใช้แตะไม่ได้ คีย์ต้องมีวงเงินเพราะยังอยู่ผิดฝั่ง และข้อเสนอของ AI ต้องรอคนกดยืนยันเสมอ"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บอกว่า "บ่ายนี้ทั้งคาบเป็นเรื่องผู้ช่วย AI ล้วน ๆ ส่วนกฎปิดข้อมูลเราทำไปแล้วสัปดาห์ที่แล้ว" · "บ่ายนี้มี 2 ส่วน ส่วน A ต้องเสร็จในคาบ · ส่วน B ยกไปทำต่อในการบ้านได้"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"ถ้าทำไม่ทัน ให้ถึงจุดที่ 1 เป็นอย่างน้อย" · ย้ำว่าปุ่ม AI ต้องมีป้ายกำกับและต้องไม่ค้างเมื่อเรียกไม่สำเร็จ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118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dirty="0" err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ระบบมีผู้ช่วย</a:t>
            </a:r>
            <a:r>
              <a:rPr sz="4000" b="1" dirty="0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 AI — Agentic AI </a:t>
            </a:r>
            <a:endParaRPr lang="th-TH" sz="40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  <a:p>
            <a:endParaRPr lang="th-TH" sz="4000" b="1" dirty="0">
              <a:solidFill>
                <a:srgbClr val="1F5FA8"/>
              </a:solidFill>
              <a:latin typeface="Leelawadee UI"/>
              <a:ea typeface="Leelawadee UI"/>
              <a:cs typeface="Leelawadee UI"/>
            </a:endParaRPr>
          </a:p>
          <a:p>
            <a:r>
              <a:rPr sz="22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</a:t>
            </a:r>
            <a:r>
              <a:rPr sz="22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สัปดาห์ที่</a:t>
            </a:r>
            <a:r>
              <a:rPr sz="22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8</a:t>
            </a:r>
          </a:p>
          <a:p>
            <a:pPr>
              <a:spcBef>
                <a:spcPts val="1400"/>
              </a:spcBef>
            </a:pPr>
            <a:r>
              <a:rPr sz="1800" b="0" dirty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</a:t>
            </a:r>
            <a:r>
              <a:rPr sz="1800" b="0" dirty="0" err="1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กันยายน</a:t>
            </a:r>
            <a:r>
              <a:rPr sz="1800" b="0" dirty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มีล็อกอิน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และกุญแจคลังข้อมูล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1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ดู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ลบ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ข้อมูลได้ครบ</a:t>
            </a:r>
            <a:endParaRPr sz="2600" b="0" dirty="0">
              <a:solidFill>
                <a:srgbClr val="1A1A1A"/>
              </a:solidFill>
              <a:latin typeface="Leelawadee UI"/>
              <a:ea typeface="Leelawadee UI"/>
              <a:cs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วันนี้ระบบได้ผู้ช่วย AI 2 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 — ปุ่มเดียว งานเดียว (55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 — ทำงานเป็นขั้น แล้วทิ้งบันทึกไว้ (70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พักหนึ่งครั้งตอน 10:00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ผู้ช่วย AI ระดับ 1 ⏱ 55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วางคีย์ลงใน prompt ได้เลย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ผมจะใช้ AI ผ่าน OpenRouter ในเว็บนี้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คีย์ของผมคือ sk-or-xxxxxxxx และใช้โมเดล google/gemini-2.5-flash-lite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ช่วยทำหน้าทดสอบที่กดปุ่มแล้วส่งข้อความว่า สวัสดี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ไม่ต้องสร้างไฟล์ตั้งค่าแยก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คีย์จะติดไปกับโค้ดและขึ้น GitHub ด้วย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วางคีย์ใน prompt แล้วเรียก AI ให้สำเร็จ 1 ครั้ง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จุดที่ต้องดูให้ทัน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: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ผู้ช่วยระดับ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2 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เขียนบันทึกว่าอ่านอะไรไปบ้าง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(</a:t>
            </a:r>
            <a:r>
              <a:rPr sz="2600" b="0" dirty="0" err="1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aiLog</a:t>
            </a:r>
            <a:r>
              <a:rPr sz="2600" b="0" dirty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ของสำคัญควรอยู่ฝั่งไหน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ที่ควรอยู่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ฝั่งเซิร์ฟเวอร์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คีย์วันนี้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เรียก AI สำเร็จแล้ว 1 ครั้ง ก่อนแตะฟีเจอร์จริง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10:10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กลับมาแล้วผู้ช่วยของเราจะทำงานเป็นขั้นเอง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ระดับ 2 (agentic) ⏱ 70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ตัวหลัก google/gemini-2.5-flash-lite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ตัวถูกกว่า meta-llama/llama-3.1-8b-instruct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บอก Claude 1 บรรทัด ว่าขอเปลี่ยนเป็นตัวไหน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ความนิ่งของคำตอบภาษาไทย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สองช่วงนี้คุณต้องได้สิ่งเหล่านี้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รู้ว่าคีย์อยู่ในหน้าเว็บ และทำไมระบบจริงทำแบบนี้ไม่ได้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1: ปุ่มเดียว งานเดียว + 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2: อ่านหลายที่ → สรุปให้คนอ่าน → จดบันทึก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คีย์อยู่ผิดฝั่งวันนี้ — จำกัดด้วยวงเงิน แล้วจดลง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52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52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T="27432" marB="27432" anchor="ctr">
                    <a:solidFill>
                      <a:srgbClr val="1F5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T="27432" marB="27432" anchor="ctr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ผู้ช่วย AI ระดับ 1 ⏱ 36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2 (agentic) ⏱ 35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เสร็จแล้วเวลาที่เหลือ เริ่มการบ้านกับหัวข้อตัวเอง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2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ผู้ช่วยระดับ 1 ทำงานได้ + มีป้าย + ปิดเน็ตแล้วไม่ค้าง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ระดับ 2 ทำงานเป็นขั้นได้ + มีบันทึก aiLog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4368</Words>
  <Application>Microsoft Office PowerPoint</Application>
  <PresentationFormat>Widescreen</PresentationFormat>
  <Paragraphs>282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Nacha Chondamrongkul</cp:lastModifiedBy>
  <cp:revision>2</cp:revision>
  <dcterms:created xsi:type="dcterms:W3CDTF">2013-01-27T09:14:16Z</dcterms:created>
  <dcterms:modified xsi:type="dcterms:W3CDTF">2026-09-12T02:03:55Z</dcterms:modified>
  <cp:category/>
</cp:coreProperties>
</file>