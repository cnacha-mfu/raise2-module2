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deploy กฎ แล้วกลับไปรีเฟรชหน้าจอของคนแปลกหน้า ให้ห้องเห็นข้อมูลหายไปกับตา · "คำสั่งนี้เจอกันแล้วสัปดาห์ที่แล้วตอนส่งกุญแจประตูหน้าบ้านขึ้นไป วันนี้ใช้ตัวเดิม"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"git status คือหลักฐาน ถ้าชื่อไฟล์ไม่โผล่ แปลว่าคีย์จะไม่ติดไปกับ commit"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+ URL เว็บ ภายในจันทร์ 14 ก.ย. · การบ้าน (หัวข้อตัวเอง) ภายในศุกร์ 18 ก.ย. ย้ำว่าส่ง URL อย่างเดียว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firebase deploy --only firestore:rules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status   ← ต้องไม่เห็นชื่อไฟล์นี้ในรายการ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40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35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25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