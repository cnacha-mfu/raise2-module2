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เปิดกล้อง ทักชื่อผู้เรียนที่เข้ามาก่อน 3 คน แล้วบอกว่า "วันนี้เป็นวันที่หนักที่สุดของเดือน และก็เป็นวันที่คุ้มที่สุดด้วย" · เตือนให้เปิดใบงานบ่ายไว้อีกแท็บ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เปิดด้วยประโยคนี้ตรง ๆ "ถ้าจะมีวันไหนในเดือนนี้ที่ห้ามพลาด วันนี้คือวันนั้นครับ สัปดาห์ที่แล้วเราทำหน้าจอสวยแล้ว แต่กรอกอะไรลงไปก็หายหมดตอนรีเฟรช วันนี้เราจะทำให้มันไม่หายอีกต่อไป"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วินาทีให้ประโยคนี้ค้างบนจอ แล้วพูดว่า "จำประโยคนี้ไว้ประโยคเดียวพอครับ ถ้าจบวันนี้แล้วคุณกรอกข้อมูล ปิดเบราว์เซอร์ เปิดใหม่ แล้วข้อมูลยังอยู่ แปลว่าคุณผ่านสัปดาห์นี้แล้ว"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ชี้ข้อแรกแล้วพูดว่า "ข้อแรกคือข้อที่ผมจะถามทุกคนตอนตรวจงาน อีกสามข้อเป็นทางที่พาไปถึงข้อแรก" · บอกว่าเกณฑ์นี้คือขั้นต่ำ ไม่ใช่เพดาน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บอกเวลาปิดของแต่ละช่วงให้ชัด "ช่วงที่ 2 คือหัวใจ ถ้าช่วงนั้นเข้าใจ ช่วงที่ 3 จะเป็นการลงมือทำตามที่เข้าใจแล้ว" · ย้ำว่ามีพัก 10 นาทีตอน 10:40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แล้วไล่นิ้วไปทางขวาทีละกล่องพร้อมพูดว่า "วันนี้เราเดินสี่หมุดนี้ตามลำดับ ห้ามข้ามหมุด" · ย้อนกลับมาค้างที่กล่องเข้มแล้วบอกว่า "หมุดที่สามคือหมุดที่เปลี่ยนระบบของคุณจากของเล่นเป็นของจริง" · จบที่กล่องขวาสุดแล้วบอกว่า "ถึงกล่องสุดท้ายเมื่อไร แปลว่าข้อมูลของคุณไม่หายอีกแล้ว" · บอกให้ถ่ายรูปสไลด์นี้ไว้ดูตอนหลงทางระหว่างคาบ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ฉายสไลด์นี้ทุกสัปดาห์ พูดว่า "ความกลัวว่าต้องรู้ทุกอย่างทำให้คนหยุดก่อนจะได้เริ่ม วันนี้คุณรู้สี่อย่างที่ผมจะบอก ก็เดินจบได้" · ให้หยิบแผ่นศัพท์จากสัปดาห์ที่แล้วมาวางข้างจอ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"สัปดาห์ที่แล้วใครต้องพิมพ์อธิบายโปรเจกต์ตัวเองให้ Claude ฟังใหม่เกิน 3 ครั้งบ้างครับ" รอมือขึ้น แล้วบอกว่า "ข้อสุดท้ายนี่แหละคือเรื่องแรกที่เราจะแก้ในอีก 5 นาทีข้างหน้า"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ทวนสั้น ๆ 30 วินาที แล้วบอกว่าวันนี้เราจะใช้วิธีเดิมนี้กับงานที่ใหญ่ขึ้น · ไล่นิ้วจากซ้ายไปขวาทีละกล่องพร้อมอ่านชื่อจังหวะออกเสียง · หยุดค้างที่กล่องเข้มแล้วพูดว่า "จังหวะที่สามยังเป็นของคุณเหมือนเดิม อ่านแผนแล้วบอกว่าข้อไหนไม่ใช่" · ปิดท้ายว่า "วันนี้ prompt ยังสั้นเหมือนสัปดาห์ที่แล้ว จะมียาวอยู่ 2 อันตอนสร้างโครงสร้างข้อมูล และผมจะบอกให้รู้ตัวตอนนั้นว่าทำไมต้องยาว" · อย่าใช้เวลาเกิน 30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40 นาที จบ 09:50" · บอกว่าช่วงนี้เป็นการเก็บของสองอย่างที่ค้างจากสัปดาห์ที่แล้ว ก่อนเข้าเรื่องใหญ่ของวัน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ด้วย มันคือเรื่องที่แก้ได้ด้วยไฟล์เดียว" · อย่ารีบเฉลย ให้ค้างความอยากรู้ไว้ 1 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เปรียบเทียบให้เห็นภาพ "เหมือนคู่มือที่คุณวางไว้ให้พนักงานใหม่อ่านก่อนเริ่มงานวันแรก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"หลังจากมีไฟล์นี้ คุณ clear context ได้อย่างสบายใจ เพราะสิ่งสำคัญไม่ได้อยู่ในความจำของบทสนทนา แต่อยู่ในไฟล์"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ชี้ข้อที่สองแล้วบอกว่า "ข้อนี้คือของที่เรายังไม่มี วันนี้ช่วงที่ 2 เราจะออกแบบมันขึ้นมา แล้วเอามาใส่ตรงนี้" · เชื่อมให้เห็นว่าช่วงที่ 1 กับ 2 ต่อกัน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ทวนคำว่า Token = หน่วยนับความจำของ AI ในหนึ่งบทสนทนา ที่เรียนเดือนที่ 1 · พูดว่า "คู่มือหนาไม่ได้แปลว่าดี คู่มือที่พนักงานอ่านจบภายในหน้าเดียวคือคู่มือที่ถูกใช้จริง"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"นี่คือทั้งไฟล์ ยาวเท่านี้จริง ๆ" · ชี้บรรทัด "ห้ามใส่ข้อมูลจริงของคนอื่น" แล้วบอกว่าจะกลับมาเรื่องนี้ในช่วงที่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"ผมกำลังจะบอกว่าให้พิมพ์อธิบายไฟล์นี้เอง แต่ไม่ต้องครับ มีคำสั่งสำเร็จอยู่แล้ว พิมพ์ /init แล้วกด Enter มันจะไล่อ่านไฟล์ในโปรเจกต์แล้วร่างคู่มือมาให้ดูก่อน แล้วถามว่าจะบันทึกไหม"</a:t>
            </a:r>
          </a:p>
          <a:p>
            <a:r>
              <a:t>ชี้บรรทัดแรก "ใครที่มีไฟล์นี้อยู่แล้ว ไม่ต้องกลัวว่าจะโดนทับ มันจะเสนอมาว่าควรเพิ่มอะไรแทน" · ชี้สองบรรทัดล่างแล้วย้ำหนักที่สุด "คำสั่งนี้ทำแทนเราได้สองจังหวะแรกเท่านั้น จังหวะที่สามที่เราอ่านแล้วบอกว่าอะไรขาด ยังต้องทำเหมือนเดิมทุกตัวอักษร — พิมพ์ /init แล้วผ่านไปเลยไม่ได้ครับ"</a:t>
            </a:r>
          </a:p>
          <a:p>
            <a:r>
              <a:t>ปิดท้ายด้วยบรรทัดสุดท้าย "โปรเจกต์ของเราตอนนี้มีไฟล์ HTML ไม่กี่ไฟล์ ร่างที่ได้จะบางมาก และนั่นเป็นเรื่องปกติ ร่างนี้คือจุดเริ่มต้น โครงสร้างข้อมูลกับข้อตกลงของโครงงาน เราต้องเติมเองอยู่ดี ซึ่งเราจะทำกันในช่วงที่ 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สลับไปหน้าจอสาธิต ทำขั้นที่ 1 ของ w6-demo-fixit.md (5 นาที) · ก่อนสลับให้บอกว่า "ดูสามอย่างนะครับ ผมพิมพ์อะไร ไฟล์เกิดตรงไหน แล้วผมแก้อะไรบ้างหลัง AI ร่างเสร็จ"</a:t>
            </a:r>
          </a:p>
          <a:p>
            <a:r>
              <a:t>ชี้บรรทัดสุดท้ายก่อนเริ่มสาธิต แล้วพูดว่า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 ตอนบ่ายถ้าใครพิมพ์ /init แล้วไม่ขึ้น ให้สั่งด้วยประโยคธรรมดาแทน ใบงานเขียนไว้ให้แล้ว"</a:t>
            </a:r>
          </a:p>
          <a:p>
            <a:r>
              <a:t>ชี้ทีละหัวข้อว่าตรงกับ 4 ส่วนบนสไลด์ก่อนหน้า · ถามห้องว่า "ของโครงงานคุณ หัวข้อ 'ห้ามทำ' จะเขียนว่าอะไร" ให้ตอบในแชท 3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คือเซฟไว้ในเครื่อง push คือส่งขึ้นตู้เซฟบนคลาวด์ สองอย่างนี้คนละอย่างกัน" · ยกตัวอย่างจริง "โน้ตบุ๊กหายหนึ่งเครื่อง = เสียเวลาซื้อใหม่ ไม่ใช่เสียงานทั้งเดือน"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ย้ำลำดับ "ทำ .gitignore ก่อน push เสมอ" ซ้ำสองรอบ · บอกว่า "ลำดับนี้สลับกันไม่ได้ เพราะของที่ขึ้นไปแล้วเอากลับลงมาไม่จบในคลิกเดียว"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"คีย์ระดับผู้ดูแล (service account) คือกุญแจที่เปิดข้อมูลได้ทั้งฐาน ถ้ามันหลุดขึ้น GitHub สาธารณะ บอทเก็บไปได้ภายในไม่กี่นาที"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"ทำผิดข้อนี้ไม่ใช่เรื่องน่าอาย แต่ปิดเงียบคือเรื่องน่ากลัว" · ย้ำลำดับ เพิกถอนก่อน ลบทีหลัง เพราะไฟล์ที่เคยขึ้นไปแล้วมีคนคัดลอกไปได้ตั้งแต่วินาทีแรก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สลับไปสาธิตขั้นที่ 2 ของ w6-demo-fixit.md (5 นาที) · ตอนเปิดหน้า repo ให้เลื่อนหารายชื่อไฟล์ช้า ๆ แล้วพูดว่า "ตรงนี้คือสิ่งที่คนทั้งโลกเห็นได้ ผมจะกวาดตาดูทุกครั้งหลัง push"</a:t>
            </a:r>
          </a:p>
          <a:p>
            <a:r>
              <a:t>ชี้ว่า CLAUDE.md ขึ้นไปด้วย และชี้ว่าไม่มีโฟลเดอร์ node_modules ให้เห็น · บอกว่านี่คือภาพที่ผู้เรียนต้องถ่ายส่งเป็น Checkpoint 1 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"มีข้อไหนที่ยังไม่ชัดไหมครับ" รอ 5 วินาทีจริง ๆ อย่ารีบข้าม · ถ้าเงียบ ให้ทักชื่อคนที่ยังไม่พูดทั้งคาบ 1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บอกตรง ๆ ว่า "นี่คือหัวใจของทั้งเดือน ผมขอสมาธิเต็มที่ 50 นาทีนี้" · ขอให้ทุกคนพักมือจากคีย์บอร์ด ช่วงนี้ฟังและคิดตามอย่างเดียว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วันนี้เราจะแปะชื่อทางการลงไปบนสิ่งที่คุณทำเป็นอยู่แล้วเท่านั้น"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ชี้กล่องซ้ายสุดก่อนแล้วพูดว่า "นี่คือวิธีที่เราออกแบบข้อมูลกันไว้ตั้งแต่เดือนที่ 1 เปิดตารางหนึ่งใบ ข้างในมีแถว ในแถวมีคอลัมน์" · ไล่นิ้วไปทางขวาทีละกล่อง จบค้างที่กล่องเข้มขวาสุด · ย้ำเสียงหนักแน่นว่า "แบบนี้ไม่ได้ผิดและไม่ต้องทิ้งนะครับ สไลด์ถัดไปคือของชุดเดียวกันนี้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ชี้กล่องซ้ายสุดแล้วพูดว่า "โฟลเดอร์คือของที่สไลด์ที่แล้วเราเรียกว่าตาราง" · ไล่นิ้วไปขวาทีละกล่อง เทียบกับสไลด์ก่อนหน้าเป็นคู่ ๆ "แถวคือไฟล์ คอลัมน์คือข้อมูลในไฟล์" · จบค้างที่กล่องเข้มแล้วพูดว่า "ไม่มีของใหม่ที่คุณต้องเรียนเพิ่มเลยครับ มีแต่ชื่อเรียกใหม่สามคำ"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ย้ำว่าถ้าจำสามคำนี้ได้ ที่เหลือของวันนี้จะตามได้ลื่นขึ้นมาก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อย่าเพิ่งอธิบายบรรทัดที่จดชื่อซ้ำ ปล่อยให้ค้างไว้ก่อน · พูดว่า "ค่อย ๆ กวาดตาดูนะครับ นี่คือทั้งฐานข้อมูลของ FixIt อยู่ในภาพเดียว" · หยุด 10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ถามทีละข้อ ให้ตอบในแชท อย่าเฉลยเอง · คำตอบ 3 · ไฟล์ใบแจ้งซ่อม · ซ้อนอยู่ในไฟล์ t001 · ถ้าตอบผิดกันเยอะ ให้กลับไปสไลด์ก่อนหน้าอีกรอบ อย่าเดินหน้าต่อ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"สามข้อนี้คือทั้งหมดที่ต่างจากตารางแบบ Excel ที่คุณคุ้น ข้อ 2 คือข้อที่ทำให้คนสับสนมากที่สุด ผมจะใช้เวลากับข้อนั้นมากที่สุด"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"เหมือนโฟลเดอร์รูปในเครื่องคุณ บางรูปมีชื่อสถานที่ บางรูปไม่มี ระบบไม่บ่นสักคำ ความยืดหยุ่นนี้มีราคาของมัน"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บอกว่านี่คือเหตุผลที่ต้องเขียนโครงสร้างลง CLAUDE.md ให้ AI สะกดตามชุดเดียวกันทุกครั้ง · บอกตรงนี้ด้วยว่า "นี่คือเหตุผลเดียวที่วันนี้เราจะมี prompt ยาวกว่าปกติอยู่ 2 อัน ตอนเขียนโครงสร้างและตอนใส่ข้อมูลตัวอย่าง เพราะต้องระบุชื่อช่องข้อมูลให้ครบทุกตัว งานอื่นกลับไปสั่งสั้นเหมือนเดิม"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นี่คือสไลด์ที่ห้ามรีบที่สุดในคาบ · เล่าเป็นภาพ "เหมือนคุณเปิดใบเสร็จแล้วเห็นแต่รหัสลูกค้า ต้องวิ่งไปเปิดแฟ้มทะเบียนลูกค้าอีกตู้หนึ่งทุกครั้งที่อยากรู้ว่าใคร" · ถามห้องว่าเคยเจอแบบนี้ในงานจริงไหม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ย้ำคำเทียบ Denormalize = จดข้อมูลที่ใช้บ่อยซ้ำไว้ในไฟล์เลย จะได้ไม่ต้องไปเปิดหาที่อื่น · พูดว่า "ถ้าตอนบ่ายชื่อผู้ขอลาไม่ขึ้นบนหน้าจอ 90% คือคุณเก็บแต่ ID ไว้ 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ชี้แถบบนไล่จากซ้ายไปขวา หยุดค้างที่กล่องเข้มแล้วพูดว่า "ถึงตรงนี้หน้าจอขึ้นแต่ u001 อ่านแล้วไม่รู้ว่าใคร" · ชี้กล่องขวาสุดของแถบบนแล้วพูดว่า "ต้องวิ่งไปเปิดอีกโฟลเดอร์ ใบแจ้งซ่อม 20 ใบก็ 20 รอบ" · จากนั้นเลื่อนลงชี้แถบล่างทีละกล่องจากซ้ายไปขวา ปิดท้ายที่กล่องขวาสุดว่า "จบในไฟล์เดียว นี่คือสิ่งที่เรียกว่าจดซ้ำ"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reporterName แล้วพูดว่า "หนึ่งบรรทัดนี้คือความต่างระหว่างหน้าจอที่ขึ้นชื่อคน กับหน้าจอที่ขึ้นรหัสประหลาด" · บอกว่าตอนบ่ายใบงานให้จดซ้ำแบบนี้ทุกช่องที่ต้องแสดงบนหน้าจอ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หยุดแล้วพูดว่า "ตรงนี้คือจุดที่ผมอยากให้คุณติดตัวไปมากที่สุดจากทั้งวัน ไม่ใช่เพราะเป็นเรื่องฐานข้อมูล แต่เพราะเป็นวิธีคิดของคนที่ตัดสินใจเรื่องระบบเป็น"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บังคับให้คุณเลือก ไม่มีทางเลือกที่ได้ทุกอย่าง คุณต้องเลือกให้เป็น" · บอกว่างานต่อยอดตอนบ่ายจะให้ทดลองเปลี่ยนชื่อแล้วดูอาการนี้กับตา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"ข้อสุดท้ายสำคัญ เพราะอีกสองสัปดาห์คุณจะจำไม่ได้ว่าทำไมถึงตัดสินใจแบบนี้ และ AI ก็จะไม่รู้ด้วย"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อธิบายคำว่า Migration = ขั้นตอนประกาศแก้โครงสร้างตารางในฐานข้อมูลแบบเดิม แล้วบอกว่า "ในหลักสูตรนี้คุณไม่ต้องทำเรื่องนี้เลย ผมพูดถึงเพื่อให้เห็นว่าเราประหยัดอะไรไปบ้าง"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กวาดตาดูคำตอบ 10 อันแรก ถ้ามีคนตอบว่า "เชื่อมสองตารางไม่ได้" ให้ชมแล้วเสริมว่า "และทางแก้คือจดซ้ำ"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ตอนบ่ายคุณจะใช้มันกับ LeaveEasy และสัปดาห์หน้าใช้กับโครงงานตัวเอง"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"นี่คือของที่คุณออกแบบไว้ตั้งแต่เดือนที่ 1 มันไม่ได้ผิด และไม่ต้องทิ้ง เราจะแปลงมันเท่านั้น" · ชี้คำว่า FK แล้วบอกว่า Foreign Key = ช่องที่ชี้ไปหาแถวในอีกตารางหนึ่ง</a:t>
            </a:r>
          </a:p>
          <a:p>
            <a:r>
              <a:t>ใช้ภาพนี้ค้างไว้ระหว่างสาธิตการแปลง ถ้าจอไม่พอให้เปิดสองหน้าต่างข้างกัน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สลับไปสาธิตขั้นที่ 3 ของ w6-demo-fixit.md (12 นาที) · นี่คือ 12 นาทีที่สำคัญที่สุดของคาบเช้า อย่าลดเวลาช่วงนี้เพื่อไปเพิ่มช่วงอื่น · ให้ผู้เรียนตอบเองอย่างน้อย 3 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 ERD สองสไลด์ก่อนหน้าทีละบรรทัด "ตาราง users กลายเป็นโฟลเดอร์ users แถวกลายเป็นไฟล์ u001" · บอกว่านี่คือสิ่งที่ต้องคัดลอกไปวางใน CLAUDE.md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บอกล่วงหน้าเลยว่า "ตอนบ่ายบางคนจะเจอ error สีแดงเรื่อง index อย่าตกใจ ไม่ใช่ความผิดของคุณ"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"นี่เป็นเรื่องปกติของ Firestore ไม่ใช่ความผิดพลาด คนที่ทำระบบจริงก็เจอทุกคน" · ให้จดขั้นตอน 4 ข้อนี้ไว้ เพราะจะได้ใช้จริงตอนบ่าย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"ข้อสุดท้ายคือการบ้านช่วงพัก ใครอยากลองร่างโครงสร้างโครงงานตัวเองลงกระดาษระหว่างพัก 10 นาทีนี้ ทำได้เลยครับ"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ประกาศเวลากลับให้ชัดและตั้งนาฬิกาจับเวลาบนจอ · บอกว่า "ห้ามข้ามพักนะครับ ครึ่งหลังของวันนี้ต้องใช้สมาธิมากกว่าครึ่งแรก"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"ช่วงนี้ผมจะลงมือทำจริงให้ดูเกือบทั้งช่วง คุณไม่ต้องพิมพ์ตาม ดูให้เห็นภาพก่อน ทุกคำสั่งอยู่ในใบงานหมดแล้ว"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ชี้แถวสุดท้ายแล้วพูดว่า "จำสองคำนี้ไว้ วันนี้เรายังไม่ทำ แต่จะกลับมาที่เรื่องนี้ในช่วงที่ 4 เพราะมันมีผลกับสิ่งที่คุณกรอกวันนี้"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"คุณตัดงานไปได้ทั้งชั้นหนึ่ง ในหลักสูตรทั่วไป เรื่องนี้กินเวลาสองสัปดาห์" · แล้วเตือนว่า "สิ่งที่ทำหน้าที่ปกป้องข้อมูลแทนเซิร์ฟเวอร์คือ Security Rules ซึ่งเราจะลงลึกสัปดาห์หน้า"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แล้วเลื่อนนิ้วไปทางขวาทีละกล่องพร้อมพูดว่า "ผู้ใช้กดปุ่มบันทึก หน้าเว็บเขียนไฟล์ใหม่ Firestore เก็บไฟล์นั้นไว้บนคลาวด์ แล้วหน้าเว็บอ่านกลับมาแสดง" · หยุดค้างที่กล่องเข้มแล้วพูดว่า "กล่องนี้เป็นกล่องเดียวที่อยู่บนคลาวด์ ที่เหลืออยู่ในเครื่องของคุณ ข้อมูลจึงไม่หายตอนปิดเบราว์เซอร์" · ปิดท้ายที่กล่องขวาสุดว่า "ตอนบ่ายถ้าข้อมูลหาย ให้ถามตัวเองว่าขาดตรงกล่องไหน"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ไล่นิ้วตามลูกศรทีละขั้นขณะพูด · พูดว่า "ถ้าตอนบ่ายข้อมูลหาย ให้ถามตัวเองว่าพังที่ขั้นไหนในห้าขั้นนี้ Firebase Console จะบอกคุณเองว่าพังตอนเขียนหรือตอนอ่าน"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ถามตรง ๆ "ใครยังไม่ได้สร้าง Firebase project พิมพ์ 1 ในแชทครับ" · ถ้ามีเกิน 3 คน ให้ TA พาไปทำใน breakout ระหว่างช่วงนี้ อย่าให้เสียคาบบ่าย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สลับไปสาธิตขั้นที่ 4 ของ w6-demo-fixit.md (7 นาที) · ตอนถึงหน้าจอเลือกโหมด ให้หยุดแล้วซูมที่วันหมดอายุ พูดว่า "จดวันนี้ไว้เลยครับ อีก 30 วันมันจะปิดตัวเอง แล้วระบบคุณจะขึ้น permission denied ทั้งจอ"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ย้ำคำเทียบ Seed = ใส่ข้อมูลตัวอย่างชุดแรกเข้าไปในฐานข้อมูล · ย้ำเรื่องชื่อสมมติทันที "ห้ามใช้ชื่อจริงเพื่อนร่วมงานคุณ ผมจะอธิบายเหตุผลในช่วงที่ 4"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"เครื่องมือตัวนี้จะช่วยคุณมากที่สุดในบ่ายวันนี้ มากกว่าเครื่องมืออื่นทั้งหมดรวมกัน"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'ไม่รู้ว่าพังตรงไหน' Console ตอบคำถามนี้ให้คุณได้ใน 10 วินาที ข้อมูลอยู่ใน Console ไหม ถ้าอยู่ แปลว่าพังตอนอ่าน ถ้าไม่อยู่ แปลว่าพังตอนเขียน"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สลับไปสาธิตขั้นที่ 5 ของ w6-demo-fixit.md (6 นาที) · เดินสามคอลัมน์ช้า ๆ ทีละคอลัมน์ อย่าคลิกเร็ว เพราะผู้เรียนกำลังจำหน้าตาหน้าจอนี้</a:t>
            </a:r>
          </a:p>
          <a:p>
            <a:r>
              <a:t>ชี้ทีละคอลัมน์แล้วพูดคำเทียบ "โฟลเดอร์ ไฟล์ ข้อมูลในไฟล์" ให้ตรงกับสิ่งที่เรียนช่วงที่ 2 · นี่คือจุดที่สองช่วงมาบรรจบกัน</a:t>
            </a:r>
          </a:p>
          <a:p>
            <a:r>
              <a:t>ชี้คู่ reporterId กับ reporterName แล้วพูดว่า "จำสไลด์จดชื่อซ้ำได้ไหมครับ นี่คือหน้าตาจริงของมัน"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ย้ำคำเทียบ CRUD = เพิ่ม / ดู / แก้ / ลบ ข้อมูล · พูดว่า "สี่คำนี้คือทั้งหมดที่ระบบฐานข้อมูลทำได้ ไม่มีอย่างที่ห้า"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บอกเหตุผลก่อนกฎเสมอ "ถ้าสั่งรวดเดียวแล้วพัง คุณจะไม่รู้ว่าพังที่ตัวไหนในสี่ตัว และจะเสียเวลาทั้งบ่ายไปกับการเดา" · ย้ำว่าใบงานบ่ายนี้บังคับข้อนี้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สลับไปสาธิตขั้นที่ 6 ของ w6-demo-fixit.md (10 นาที) · ทุกครั้งที่ Console เปลี่ยน ให้พูดออกเสียงว่าเห็นอะไรเปลี่ยน อย่าให้ผู้เรียนเดาเอง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จุดนี้คือจุดที่ตั้งใจให้พังในสคริปต์สาธิต · พูดว่า "เห็นไหมครับ ผมเองก็เจอ มาดูกันว่าจะไล่ยังไง" · ห้ามข้ามจุดนี้แม้เวลาจะกระชั้น เพราะครึ่งห้องจะเจออาการนี้ตอนบ่าย</a:t>
            </a:r>
          </a:p>
          <a:p>
            <a:r>
              <a:t>สอนวิธีเปิดหน้าต่างนี้ให้ดูช้า ๆ พูดว่า "ถ้าจำอะไรจากวันนี้ไม่ได้เลย ขอให้จำวิธีเปิดหน้าต่างนี้ เพราะมันคือที่ที่ระบบบอกคุณว่ามันเจ็บตรงไหน"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ทำให้ดูจริงตามสคริปต์ · ย้ำว่า "สัปดาห์หน้าเราจะเขียนกฎที่ถูกต้องแทนโหมดทดสอบ วันนี้ต่ออายุไปก่อน แล้วจำไว้ว่านี่ไม่ใช่ของที่ปล่อยไว้ได้ถาวร"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"ทำไมไม่เก็บ comments เป็นโฟลเดอร์ใหญ่แยก" แล้วเฉลยว่า "เพราะความเห็นไม่มีความหมายถ้าไม่มีใบแจ้งซ่อม มันเป็นของที่ห้อยอยู่กับใบนั้น" · ตอนบ่ายผู้เรียนทำ approvals แบบเดียวกัน</a:t>
            </a:r>
          </a:p>
          <a:p>
            <a:r>
              <a:t>บอกว่าปุ่มเข้าโฟลเดอร์ย่อยอยู่ด้านล่างของหน้าต่างข้อมูล คนหาไม่เจอกันเยอะ ให้ซูมชี้ตำแหน่ง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สลับไปสาธิตขั้นที่ 7–8 ของ w6-demo-fixit.md (8 นาที) · ปิดเบราว์เซอร์ให้เห็นชัด ๆ ทั้งหน้าต่าง อย่าใช้การรีเฟรชแทน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ให้ห้องปรบมือหรือพิมพ์ 🎉 ในแชท · พูดว่า "นาทีนี้คือนาทีที่ระบบของคุณเปลี่ยนจากของเล่นเป็นของจริง ตอนบ่ายคุณจะได้ความรู้สึกนี้ด้วยมือตัวเอง"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"ของที่อยู่ในเครื่องคุณคนเดียว ยังไม่นับว่าเป็นระบบ วันนี้เราจะทำให้มันมีที่อยู่บนอินเทอร์เน็ตจริง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สลับไปสาธิตขั้นที่ 9 ของ w6-demo-fixit.md (6 นาที) · เปิด URL บนโทรศัพท์ตัวเองให้ดูด้วย เพื่อยืนยันว่ามันออนไลน์จริง ไม่ใช่เปิดได้เฉพาะในเครื่องผู้สอน</a:t>
            </a:r>
          </a:p>
          <a:p>
            <a:r>
              <a:t>ชี้บรรทัด URL แล้วบอกว่า "ภาพนี้คือสิ่งที่คุณจะได้ตอนท้ายใบงานบ่ายนี้"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"ถ้ากรอกแล้วข้อมูลหาย ขั้นแรกที่คุณจะทำคืออะไร" คำตอบที่ต้องการคือ "เปิด Firebase Console ดูว่ามีไฟล์ใหม่ไหม" · ให้ตอบในแชทก่อนไปช่วงที่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"10 นาทีสุดท้ายนี้สั้นแต่ห้ามข้าม เพราะเป็นเรื่องที่มีผลกับข้อมูลจริงของคนอื่น" · เชื่อมกลับไปเรื่อง PDPA ที่เรียนเดือนที่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"หลายคนจะตกใจตอนเห็นค่าพวกนี้ในหน้าเว็บ ผมบอกไว้ก่อนว่าไม่ต้องตกใจ มันไม่ใช่กุญแจ กุญแจจริงคือกฎที่เราจะเขียนสัปดาห์หน้า"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อย่าทำให้ผู้เรียนกลัวจนไม่กล้าทำงาน พูดว่า "สถานะแบบนี้ปกติสำหรับวันแรกของทุกโครงงาน สิ่งที่ไม่ปกติคือปล่อยไว้แบบนี้แล้วเอาข้อมูลจริงใส่"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"ห้ามใส่ข้อมูลจริงของคนอื่นเด็ดขาด ไม่ใช่ชื่อจริงเพื่อนร่วมงาน ไม่ใช่เบอร์โทรจริง ไม่ใช่อีเมลจริงของลูกค้า ใช้สมชาย สมหญิง สมศรี" · บอกว่าผู้สอนจะเปิด Console ดูตอนตรวจงาน ถ้าเจอข้อมูลจริงจะให้ลบทันที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ทวนว่าเรื่องนี้คือ PDPA ที่เรียนไปเดือนที่ 1 "ข้อมูลส่วนบุคคลของคนอื่นไม่ใช่ของเรา การเอาไปทดลองในระบบที่ยังไม่มียามเฝ้า คือความเสี่ยงที่เราไม่จำเป็นต้องรับ"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ถามว่า "มีใครกะจะเอาข้อมูลลูกค้าจริงมาลองไหมครับ" ด้วยน้ำเสียงเป็นมิตร แล้วบอกว่า "รอสัปดาห์หน้านะครับ สัปดาห์หน้าเราจะมียามแล้ว"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อย่าปล่อยเลยเวลา 12:00 เพราะผู้เรียนต้องพักกินข้าวก่อน Lab 4 ชั่วโมง · เตรียมลิงก์ใบงาน คิวถาม ธนาคารคำตอบ และกระดานติดตาม ไว้วางในแชทตอนนี้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ไล่นิ้วตามทีละข้อแล้วพูดว่า "ทั้งหมดนี้คือสิ่งที่คุณจะทำเองกับ LeaveEasy ในอีก 1 ชั่วโมงข้างหน้า ลำดับเดียวกันเป๊ะ ไม่มีขั้นตอนใหม่"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สไลด์นี้ห้ามข้าม อ่านออกเสียงทีละแถว "tickets ของ FixIt คือ leaveRequests ของ LeaveEasy" · ย้ำว่าสองช่องล่างชี้ไปโฟลเดอร์ users เดียวกันทั้งคู่ ตรงนี้คนพลาดบ่อยที่สุด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"โครงสร้างเหมือนกันทุกช่อง เปลี่ยนที่ชื่อเท่านั้น ถ้าคุณทำตามเช้านี้ได้ คุณทำบ่ายนี้ได้" · แล้วถามคำถามสะพาน "แล้วโครงงานของคุณ โฟลเดอร์หลักคือโฟลเดอร์ไหน"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CP3 แล้วบอกว่า "ถ้าเวลาไม่พอ ให้ถึงจุดนี้เป็นอย่างน้อย ส่วน deploy ไปทำต่อระหว่างสัปดาห์ได้" · บอกว่ากระดานติดตามอยู่ในลิงก์ที่จะแจกตอน 13:00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"ผมบอกล่วงหน้าเลยว่าครึ่งห้องจะเจออย่างน้อยหนึ่งข้อในนี้ ถ้าคุณเจอ แปลว่าคุณอยู่ในกลุ่มปกติ ไม่ใช่กลุ่มที่ทำไม่ได้" · ชี้ว่าใบงานมีตาราง 🆘 ที่ตอบทั้งสี่ข้อนี้ไว้แล้ว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"เข้าคิวถาม = เตรียมแชร์หน้าจอ" และไม่ใช่การถูกจับผิด · บอกว่าใครผ่าน 2 Checkpoint แรกก่อน จะได้ป้ายผู้ช่วยประจำกลุ่มและนับเป็นคะแนนการมีส่วนร่วม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· ให้ตอบในแชทก่อนพักเที่ยง 1 บรรทัด "โฟลเดอร์หลักของโครงงานผมคือ ___" · บอกเวลากลับมา 13:00 ให้ชัด และบอกให้เปิดใบงานอ่านล่วงหน้าระหว่างกินข้าวได้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ข้อมูลบันทึกได้จริง — CLAUDE.md · GitHub · NoSQL แบบโฟลเดอร์ · Firestore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10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วันนี้คือสัปดาห์ที่สำคัญที่สุดของทั้งเดือน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5 — หน้าจอขึ้นแล้ว ข้อมูลยังปลอม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ข้อมูลบันทึกได้จริง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ทุกสัปดาห์ที่เหลือต่อยอดจากวันนี้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วันนี้ข้อมูลจะบันทึกได้จริง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เกณฑ์ "ผ่าน" ของสัปดาห์นี้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กรอกข้อมูล → ปิดเบราว์เซอร์ → เปิดใหม่ → ข้อมูลยังอยู่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 / ดู / แก้ / ลบ ข้อมูลได้ครบ 4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Firebase Console อธิบายข้อมูลตัวเองได้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โค้ดอยู่บน GitHub และไม่มีไฟล์คีย์หลุด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แผนเดินทาง 3 ชั่วโมงของเรา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ช่วงที่ 1 — CLAUDE.md และ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ช่วงที่ 2 — NoSQL คิดแบบโฟลเดอร์และไฟล์ 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ช่วงที่ 3 — Firestore · CRUD ·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ช่วงที่ 4 — ความปลอดภัยและ PDPA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ขั้นตอนของสัปดาห์นี้ — 4 หมุด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CLAUDE.md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ขึ้น GitHub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สร้าง Firestore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CRUD ครบ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 "ไม่ต้องรู้" ในวันนี้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ไม่ต้องรู้ว่า Firebase ทำงานเบื้องหลังอย่างไร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ไม่ต้องเขียนโค้ดฐานข้อมูลเองจากศูนย์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ไม่ต้องท่องคำสั่ง — เปิดใบงานดูได้ตลอด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ไม่ต้องจำศัพท์อังกฤษ — มีแผ่นคำเทียบภาษาคน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— สัปดาห์ที่แล้วเราได้อะไรมา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โปรเจกต์ที่รันได้บนเครื่องตัวเอง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หน้าจอครบ 5 หน้า กดสลับไปมาได้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(ปุ่มเซฟที่ย้อนกลับได้)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ปัญหาที่ยังค้าง — ต้องพิมพ์บริบทซ้ำทุกครั้ง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ทวนวิธีสั่งงาน AI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และ GitHub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ปัญหาที่ทุกคนเจอเหมือนกันเมื่อสัปดาห์ที่แล้ว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ตั้งชื่อไฟล์คนละแบบ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กลัว clear context เพราะกลัว AI ลืม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คือคู่มือประจำโครงงาน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เป็นไฟล์ข้อความธรรมดา วางไว้ที่โฟลเดอร์บนสุด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อ่านไฟล์นี้ทุกครั้งก่อนเริ่มงาน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แก้เพิ่มได้ตลอดเมื่อโครงงานเปลี่ยน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ไม่ต้องพิมพ์บริบทซ้ำอีกแล้ว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ควรใส่อะไรใน CLAUDE.md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 — โฟลเดอร์และไฟล์บน Firestore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ข้อตกลงของโครงงาน — ภาษา ชื่อ รูปแบบ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ไม่ควรใส่อะไร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ประวัติการคุยทั้งหมด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โค้ดที่คัดลอกมาทั้งไฟล์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เรื่องที่ยังไม่ตัดสินใจ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ยาวเกินไป = กิน token เปล่า 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 CLAUDE.md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40740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## ระบบนี้คืออะไร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พนักงานแจ้งของเสีย → ผู้ดูแลมอบหมายช่าง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## โครงสร้างข้อมูลบน Firestore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 · 📁 categories · 📁 tickets → 📁 comments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## ข้อตกลง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ข้อความบนหน้าจอเป็นภาษาไทย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ชื่อโฟลเดอร์ใช้ตัวพิมพ์เล็กขึ้นต้น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## ห้ามทำ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ห้ามแก้ไฟล์ตั้งค่า Firebase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ห้ามใส่ข้อมูลจริงของคนอื่น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ร่างไฟล์นี้ด้วยคำสั่งเดียว — /init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CLAUDE.md อยู่แล้ว จะไม่ทับ แต่เสนอส่วนที่ควรเพิ่ม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1084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/init ทำแทนเราได้จังหวะที่ 1 และ 2 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8996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อ่านแล้วบอกว่าอะไรขาด ยังเป็นงานของเรา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โปรเจกต์ที่มีไฟล์ HTML ไม่กี่ไฟล์ ร่างที่ได้จะบางมาก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/init แล้วตรวจ CLAUDE.md ของ FixIt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หนึ่งคำสั่ง แล้วเราอ่านและแก้เอง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ขั้นตอนทั้งหมดอยู่ในสคริปต์สาธิต ขั้นที่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ผู้เรียนดูก่อน บ่ายนี้ทำเองกับ LeaveEasy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 ดู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GitHub คือที่เก็บงานสำรองบนคลาวด์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Repo = โฟลเดอร์โครงงานของเราที่อยู่บน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Push = ส่งงานจากเครื่องเราขึ้นไปเก็บ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เครื่องพัง งานไม่หาย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เป็นทางเข้าของการนำเว็บขึ้นออนไลน์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ต้องทำสิ่งนี้ก่อนเสมอ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สร้างไฟล์ชื่อ 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"รายการไฟล์ที่ห้ามส่งขึ้นไป"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ต้องมี node_modules และไฟล์คีย์ผู้ดูแล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ทำก่อน push ครั้งแรก ไม่ใช่หลัง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ไฟล์คีย์ผู้ดูแล ห้ามขึ้น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ถ้าเผลอ push ไฟล์คีย์ขึ้นไปแล้ว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เพิกถอนคีย์นั้นทันทีใน Firebase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แล้วค่อยลบไฟล์ออกจาก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การลบ commit อย่างเดียวไม่พอ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บอกผู้สอนทันที ไม่ต้องเก็บไว้คนเดียว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push FixIt ขึ้น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 .gitignore → commit → สร้าง repo →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ดูหน้า repo ว่ามีอะไรอยู่บ้าง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ตรวจด้วยตาว่าไม่มีไฟล์คีย์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CLAUDE.md คือคู่มือประจำโครงงาน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รู้ว่าใส่อะไร 4 ส่วน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ร่างให้ได้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รู้ว่าต้องทำ .gitignore ก่อน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รู้ว่าคีย์หลุดต้องเพิกถอนก่อนลบ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NoSQL คิดแบบโฟลเดอร์และไฟล์ ⏱ 50 นาที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แบบเดิมที่เราออกแบบไว้เดือนที่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path 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70001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u001  { name: "สมชาย", email: "...", role: "employee" }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u002  { name: "สมหญิง", email: "...", role: "technician" }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c001  { name: "ไฟฟ้า" }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c002  { name: "ประปา" }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 { title, detail, status: "แจ้งใหม่",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reporterId: "u001",  reporterName: "สมชาย",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assigneeId: "u002",  assigneeName: "สมหญิง",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categoryId: "c001",  categoryName: "ไฟฟ้า",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createdAt }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authorId,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ลองอ่านโครงสร้างนี้ด้วยกัน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โฟลเดอร์ใหญ่มีกี่โฟลเดอร์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ในโฟลเดอร์ tickets มีอะไรอยู่ข้างใน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โฟลเดอร์ย่อยซ้อนอยู่ตรงไหน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สามข้อที่ต่างจากตาราง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 1 — ไฟล์ในโฟลเดอร์เดียวกันไม่ต้องเหมือนกัน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 2 — ไม่มี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 3 — ไม่มี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1 — ไฟล์ไม่ต้องมีหัวข้อเหมือนกัน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ตาราง: ทุกแถวต้องมีคอลัมน์ครบเท่ากัน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โฟลเดอร์: ไฟล์นี้มี 8 หัวข้อ ไฟล์นั้นมี 5 หัวข้อ 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ยืดหยุ่นกว่า แต่ เราต้องมีวินัยเอง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ไม่มีใครคอยห้าม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2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ทางแก้ — จดชื่อซ้ำไว้ในไฟล์เลย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ศัพท์ทางการเรียกว่า Denormalize (จดซ้ำ)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เก็บทั้ง reporterId และ reporterName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เปิดไฟล์ใบเดียว ได้ครบทุกอย่างที่ต้องแสดง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ไม่ต้องวิ่งไปเปิดโฟลเดอร์อื่น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เปิดโฟลเดอร์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ก่อนจดซ้ำ กับ หลังจดซ้ำ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❌ ก่อน — ต้องวิ่งไปเปิดโฟลเดอร์ users ทุกครั้ง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📄 t001 { title: "แอร์ห้องประชุมไม่เย็น",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reporterId: "u001"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✅ หลัง — เปิดไฟล์เดียวได้ครบ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📄 t001 { title: "แอร์ห้องประชุมไม่เย็น",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reporterId:   "u001",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reporterName: "สมชาย"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ทุกทางแก้มีราคาที่ต้องจ่าย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แล้วควรจดซ้ำอะไรบ้าง — เกณฑ์ตัดสิน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จดซ้ำ: สิ่งที่ต้องแสดงบนหน้ารายการ และเปลี่ยนไม่บ่อย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ไม่จดซ้ำ: สิ่งที่เปลี่ยนบ่อย เช่น ยอดคงเหลือ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ตอบไม่ได้ว่าเปลี่ยนบ่อยไหม → จดซ้ำไว้ก่อน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จดเหตุผลที่เลือกไว้ใน CLAUDE.md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3 — ไม่มี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เพิ่มหัวข้อข้อมูลใหม่ได้ทันที ไม่ต้องประกาศล่วงหน้า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สะดวกมากตอนโครงงานยังเปลี่ยนบ่อย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แลกมาด้วย: ไฟล์เก่ากับไฟล์ใหม่หน้าตาต่างกัน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ทางกัน: เขียนโครงสร้างไว้ใน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โฟลเดอร์ = Collection · ไฟล์ =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ข้อมูลในไฟล์ = Field · โฟลเดอร์ย่อย = Subcollection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JOIN →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จดซ้ำมีราคา → ต้องไล่แก้เมื่อของเดิมเปลี่ยน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ERD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คอลัมน์ → ✏️ ข้อมูลในไฟล์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Foreign Key → เก็บ ID + จดชื่อซ้ำ · ตารางลูก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ERD ของ FixIt ที่เราออกแบบไว้เดือนที่ 1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users ──1:N──► tickets ◄──N:1── categories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id            id, หัวข้อ,        id, ชื่อหมวด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ชื่อ           รายละเอียด,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อีเมล,        สถานะ,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บทบาท         ผู้แจ้ง(FK),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ช่างที่รับผิดชอบ(FK),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หมวดหมู่(FK)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1:N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comments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id, ตั๋ว(FK), ผู้เขียน(FK), ข้อความ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แปลง ERD ของ FixIt สดตรงนี้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ห้ามข้ามตาราง ห้ามทำล่วงหน้า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34747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 📄 u001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 📄 c001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📄 t001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assigneeId, assigneeName,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📄 cm001 { authorId, authorName,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     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ข้อจำกัดของการค้นหาที่ต้องรู้ไว้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Firestore ค้นหาหลายเงื่อนไขพร้อมกันได้จำกัด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การเรียงลำดับหรือกรองบางแบบต้องมี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Index = สารบัญที่ช่วยให้ค้นหาเร็วขึ้น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ระบบจะบอกเองว่าต้องสร้างเมื่อไร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 error เรื่อง index ให้ทำแบบนี้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จะเห็นลิงก์สีฟ้าอยู่ในข้อความ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กดลิงก์นั้น → เปิด Firebase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กดปุ่มสร้าง Index → รอประมาณ 1–2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กลับมารีเฟรชหน้าเว็บ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6 คำเป็นโฟลเดอร์/ไฟล์ได้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บอกราคาของการจดซ้ำได้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 ERD ของตัวเองเป็นโฟลเดอร์ได้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สร้างจริงบน Firebase ⏱ 50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ชุดเครื่องมือที่เราใช้ทั้งเดือน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ทำหน้าที่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เริ่มใช้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Firestore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ตู้เก็บข้อมูลแบบโฟลเดอร์/ไฟล์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Firebase Console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เปิดดูข้อมูลด้วยตา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Firebase Hosting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ทำให้เว็บมี URL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Authentication + Security Rules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ยามเฝ้าข้อมูล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สัปดาห์หน้า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"Backend" ในโลก Firebase อยู่ตรงไหน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Frontend = หน้าจอที่ผู้ใช้เห็นและกด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Backend = ส่วนที่ทำงานเบื้องหลัง ผู้ใช้แก้ไม่ได้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หน้าเว็บของเราคุยกับ Firestore ได้โดยตรง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เราไม่ต้องเขียนเซิร์ฟเวอร์เอง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เส้นทางข้อมูลตอนกดบันทึก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อ่านกลับมาแสดง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 — ไล่ให้เห็นทั้งเส้น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316382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ผู้ใช้กดปุ่ม "บันทึก"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หน้าเว็บเขียนไฟล์ใหม่ลงโฟลเดอร์ tickets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Firestore เก็บไฟล์นั้นไว้บนคลาวด์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หน้าเว็บอ่านโฟลเดอร์ tickets กลับมาแสดง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ปิดเบราว์เซอร์ เปิดใหม่ → อ่านกลับมาได้เหมือนเดิม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สร้าง Firebase Project — ทำครั้งเดียว ใช้ยาว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ใช้บัญชี Google ที่มีอยู่แล้ว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โครงงานหนึ่งชิ้น = หนึ่ง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ใช้ต่อไปถึงเดือนที่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เป็นการบ้านของสัปดาห์ที่แล้ว — ใครยังไม่ได้ทำ บอกตอนนี้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สร้าง project และเปิด Firestore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 project → เปิด Firestore → เลือกโหมดทดสอบ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เชื่อมค่าตั้งค่าเข้ากับหน้าเว็บ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ดูวันหมดอายุของโหมดทดสอบให้ดี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ข้อมูลตัวอย่าง (Seed) — ทำไมต้องมี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หน้าจอว่างเปล่า ตรวจไม่ได้ว่าอ่านข้อมูลถูกไหม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ต้องมีข้อมูลก่อน ถึงจะทดสอบการอ่านได้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ใช้ชื่อสมมติเท่านั้น — สมชาย สมหญิง สมศรี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 FixIt: ผู้ใช้ 3 · หมวดหมู่ 3 · ใบแจ้งซ่อม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Console = เครื่องมือส่องฐานข้อมูลในตัว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เปิดเบราว์เซอร์แล้วเห็นโฟลเดอร์ของตัวเองทันที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ไม่ต้องติดตั้งอะไรเพิ่ม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กดเข้าไปดูข้างในไฟล์ทีละไฟล์ได้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แก้ข้อมูลด้วยมือได้ด้วย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ทักษะสำคัญที่สุดของวันนี้: เปิด Console ดูไฟล์ของตัวเองด้วยตา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เปิด Console ดูโฟลเดอร์ tickets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เห็นชื่อโฟลเดอร์เรียงอยู่คอลัมน์ซ้าย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กดโฟลเดอร์ → เห็นรายชื่อไฟล์คอลัมน์กลาง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กดไฟล์ → เห็นข้อมูลข้างในคอลัมน์ขวา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/ ดู / แก้ / ลบ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เขียนไฟล์ใหม่ — ผู้ใช้แจ้งซ่อม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อ่านไฟล์ในโฟลเดอร์ — แสดงรายการใบแจ้งซ่อม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แก้ข้อมูลในไฟล์ — เปลี่ยนสถานะเป็นกำลังซ่อม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ลบไฟล์ — ยกเลิกใบแจ้งซ่อม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กติกาเหล็กของช่วงนี้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ทำทีละตัว ทดสอบทีละตัว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ห้ามสั่ง AI ทำทั้ง 4 ตัวรวดเดียว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ทำเสร็จ 1 ตัว → เปิด Console ยืนยัน →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พังตอนไหน จะรู้ทันทีว่าพังที่ตัวไหน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CRUD ครบ 4 ตัว ทีละตัว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→ เขียน → แก้ → ลบ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ยืนยันหลังทุกตัว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หลังทุกตัวที่สำเร็จ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💥 ตรงนี้ผมพัง — permission denied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กดบันทึกแล้วไม่มีอะไรเกิดขึ้น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ในหน้าต่างข้อความของเบราว์เซอร์ขึ้นสีแดง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โหมดทดสอบหมดอายุ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นี่คือปัญหาอันดับ 1 ของสัปดาห์นี้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วิธีไล่เมื่อเจอ permission denied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Firebase Console → หน้า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ดูว่าโหมดทดสอบหมดอายุหรือยัง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ต่ออายุแล้วกด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รีเฟรชหน้าเว็บ ลองใหม่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โฟลเดอร์ย่อย — comments ของใบแจ้งซ่อม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ความเห็นการอัปเดตงาน อยู่ในใบแจ้งนั้น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ไม่ได้อยู่โฟลเดอร์ใหญ่แยกต่างหาก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path: tickets/t001/comments/cm001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เปิดใบไหน ก็เห็นความเห็นของใบนั้น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ต่อหน้าจอเข้าข้อมูลจริง แล้วทดสอบ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ลบข้อมูลปลอมจากสัปดาห์ที่แล้วออกให้หมด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→ ปิดเบราว์เซอร์ → เปิดใหม่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ดูว่าใบนั้นยังอยู่ไหม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เอาเว็บขึ้นอินเทอร์เน็ต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นำเว็บที่ทำในเครื่องขึ้นให้คนอื่นเปิดได้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ได้ URL ที่ส่งให้ใครก็เปิดได้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ไม่ต้องรอให้เสร็จ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Deploy ด้วย Firebase Hosting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พิมพ์คำสั่งใน terminal ทีละบรรทัด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รอประมาณ 1–2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จะเห็นข้อความ Deploy complete และ URL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รู้เส้นทางข้อมูลทั้ง 5 ขั้น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Firebase Console ใช้ตรวจว่าพังตอนเขียนหรือตอนอ่าน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รู้กติกา CRUD ทีละตัว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permission denied ให้ไปดูที่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ความปลอดภัยและ PDPA ⏱ 10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ค่าตั้งค่า Firebase ที่อยู่ในหน้าเว็บ ไม่ใช่ความลับ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ใครเปิดหน้าเว็บก็เห็นค่าชุดนี้ได้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เป็นแบบนี้โดยการออกแบบ ไม่ใช่ความผิดพลาด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สิ่งที่กันข้อมูลจริงคือ Security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ยามเฝ้าประตูโฟลเดอร์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แต่วันนี้ ยามยังไม่มา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ประตูยังเปิดกว้าง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ใครที่รู้ที่อยู่ ก็อ่านและเขียนข้อมูลได้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เราจะปิดประตูสัปดาห์หน้าทั้งสัปดาห์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วันนี้จึงมีกฎเหล็กหนึ่งข้อ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สัปดาห์นี้ใช้ข้อมูลจำลองเท่านั้น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กฎเหล็ก 3 ข้อของสัปดาห์นี้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ใช้ชื่อสมมติเท่านั้นในข้อมูลทุกชุด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ไฟล์คีย์ผู้ดูแล ห้ามขึ้น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เผลอหลุด → เพิกถอนคีย์ทันที แล้วบอกผู้สอน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รู้ว่าค่าตั้งค่า Firebase ไม่ใช่ความลับ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Security Rules คือสิ่งที่กันข้อมูลจริง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รู้ว่าสัปดาห์นี้ใช้ข้อมูลจำลองเท่านั้น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ปิดคาบและส่งเข้า Lab ⏱ 10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ชั่วโมงนี้เราเดินมาถึงไหน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CLAUDE.md และ push 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 ERD เป็นโฟลเดอร์และไฟล์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สร้าง Firestore · seed · CRUD ครบ 4 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ดูข้อมูลจริง · deploy ได้ 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FixIt ↔ LeaveEasy (1)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 (เช้า)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 (บ่าย)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ผู้เริ่มเรื่อง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ผู้แจ้ง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ผู้รับผิดชอบ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ช่างที่รับผิดชอบ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FixIt ↔ LeaveEasy (2)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 (เช้า)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 (บ่าย)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แจ้งใหม่ → เสร็จสิ้น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ยื่นคำขอ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 — ใบงานที่ 2 · Checkpoint 3 จุด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CP1 — repo บน GitHub ไม่มีไฟล์คีย์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CP2 — เห็นใบลา 5 ไฟล์ใน Firebase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CP3 — ยื่นใบลา → ปิดเบราว์เซอร์ → เปิดใหม่ → ยังอยู่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Checkpoint โพสต์ screenshot ลงแชทกลุ่ม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จุดที่คนติดมากที่สุด — เตรียมใจไว้ก่อน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 Firestore ไม่ติด /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ข้อมูลหายหลังรีเฟรช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ชื่อคนไม่ขึ้น เพราะเก็บแต่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error เรื่อง index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กติกาห้อง Lab 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🤝 ติดปัญหา ถามคู่หูก่อน 10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ยังไม่ได้ → เข้าคิวถามในตารางกลาง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🟢🟡🔴 พิมพ์สถานะตัวเองในแชทเสมอ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📸 ผ่าน Checkpoint → โพสต์ screenshot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ขั้นตอนที่เพิ่งเห็นเช้านี้ — ในโครงงานของคุณคืออะไร?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