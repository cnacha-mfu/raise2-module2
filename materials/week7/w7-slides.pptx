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"คำนี้ฟังดูใหญ่ แต่จริง ๆ คือตารางสามช่องที่คุณเขียนได้ใน 5 นาทีครับ" · โยงกลับ Module 1 — "บทบาทในตารางนี้มาจาก Persona ที่คุณทำไว้แล้ว ไม่ต้องคิดใหม่" · ย้ำว่าเขียนตารางก่อนเสมอ เพราะจังหวะที่ 3 ของเราคือการอ่านแล้วเทียบกับตารางนี้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อ่านทีละแถวออกเสียง · ชี้แถวแรกแล้วถามห้องว่า "ผู้แจ้งกดปุ่มเปลี่ยนสถานะได้ไหมครับ" · ย้ำว่าช่อง ทำไม่ได้ สำคัญกว่าช่องทำได้ เพราะเป็นสิ่งที่ AI เดาเองไม่ได้ · ปิดด้วยคำถามประจำหลักสูตร "LeaveEasy มีพนักงาน หัวหน้า ฝ่ายบุคคล — แล้วระบบของคุณมีกี่บทบาท"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"คุณไม่ต้องพิมพ์ตารางเองครับ เล่าให้มันฟังสามบรรทัด แล้วอ่านสิ่งที่มันร่างมา" · บอกว่าร่างของ AI มักเว้นช่อง ทำไม่ได้ ว่าง ซึ่งเป็นช่องสำคัญที่สุด ให้สั่งเติมแล้วบันทึกทับ · ปิดด้วยข้อสุดท้ายให้หนัก — "ซ่อนปุ่มกันคนกดผิดได้ แต่กันคนที่ตั้งใจไม่ได้ เพราะเขาไม่ต้องผ่านหน้าเว็บเรา · สัปดาห์หน้าเราเอาไฟล์ ACL.md ใบเดียวกันนี้ไปเขียนเป็นกฎที่คลังข้อมูล เขียนวันนี้ครั้งเดียวใช้ต่อได้เลย"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บ่ายนี้ให้คุณทำ CLAUDE.md แล้ว push ขึ้น GitHub · ส่วนงานชนกันไม่ต้องซ้อมเอง วันไหนเจอคำว่า conflict ให้ commit ก่อนแล้วส่งอาการให้ Claude ตามที่เล่าไปเมื่อกี้"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ไม่ใช่งานเพิ่ม" · 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ACL — ตารางว่าใครทำอะไรได้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ACL (Access Control List) = 📋 ตารางสิทธิ์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ช่องเท่านั้น: บทบาท · ทำได้ · ทำไม่ได้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เขียนตารางนี้ ก่อน สั่ง AI จำกัดสิทธิ์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ไม่มีตาราง = สั่งไม่ได้ และตรวจไม่ได้ว่าถูกไหม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ACL ของ FixIt — 3 บทบาท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ทำไม่ได้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🙋 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· ดูใบตัวเอง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 · ดูใบคนอื่น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ช่างซ่อม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ดูทุกใบ · เปลี่ยนสถานะ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ลบใบคนอื่น · แก้หมวดหมู่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🛠️ ผู้ดูแล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ทุกอย่าง + จัดการหมวดหมู่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ให้ AI ร่าง ACL.md — เราอ่านตรวจ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FixIt มีผู้ใช้ 3 บทบาท ผู้แจ้งแจ้งซ่อม ช่างซ่อมแก้งาน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ผู้ดูแลจัดการหมวดหมู่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ช่วยร่างตารางสิทธิ์เป็นไฟล์ ACL.md ให้ผม บทบาท ทำได้ ทำไม่ได้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อ่านแล้วเช็ก ช่อง "ทำไม่ได้" ครบทุกแถวไหม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ครบแล้วสั่ง "อ่าน ACL.md แล้วจำกัดปุ่มตามตาราง"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08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ซ่อนปุ่ม ยังไม่ใช่ ความปลอดภัยจริง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ACL ของระบบตัวเองได้ 3 บทบาท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40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28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