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ทักชื่อคนที่เข้ามาก่อน 2–3 คน แล้วเปิดเลยว่า "สัปดาห์ที่แล้วระบบของกลุ่มคุณเริ่มมีความจำ แต่มันอ่านได้อย่างเดียว กรอกอะไรใหม่ยังไม่บันทึกจริง วันนี้เราทำให้ครบ แล้วส่งมันออกสู่โลกเลยครับ เที่ยงนี้ FixIt จะมี URL จริงที่ทุกคนเปิดตามได้"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ถามห้องว่า "สัปดาห์ที่แล้วใครลองกดปุ่มบันทึกแล้วข้อมูลหายบ้างครับ" รอคำตอบในแชท แล้วพูดว่า "ถูกต้องแล้วครับ สัปดาห์ที่แล้วเราตั้งใจทำเฉพาะการอ่าน วันนี้สี่ข้อบนจอนี้จะหายไปทั้งหมดภายในเที่ยง"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หยุด 3 วินาที แล้วพูดว่า "ประโยคนี้คือความคิดเดียวของวันนี้ครับ เย็นนี้ระบบของกลุ่มคุณจะบันทึก แก้ ลบ ได้จริง รู้ว่าใครล็อกอินอยู่ และมี URL ที่คนอื่นเปิดได้"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ชี้ข้อสองแล้วพูดว่า "ข้อนี้คือเกณฑ์ผ่านของสัปดาห์นี้ครับ ผมจะถามทุกกลุ่มตอนตรวจงานด้วยประโยคเดียว กรอก ปิด เปิดใหม่ ยังอยู่ไหม" · ย้ำว่าสี่ข้อนี้คือของจับต้องได้ ตอนบ่ายกลุ่มทำกับโครงงานตัวเอง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ไล่ทีละบรรทัด บอกว่า "วันนี้เรื่องเยอะที่สุดของเดือน แต่ทุกเรื่องต่อกันเป็นเส้นเดียว ทำระบบให้ครบ ใส่กุญแจ แล้วออกออนไลน์" · ชี้ดาวสองดวง "CRUD คือหัวใจ ส่วน Git หลายคนคือของใหม่จริงของวันนี้ เพราะบ่ายนี้ทั้งกลุ่มจะแก้ repo เดียวกันเป็นครั้งแรก"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ประกาศเวลา "ช่วงนี้ 15 นาที จบ 09:20" แล้วพูดว่า "ก่อนสั่งงานใหญ่ที่สุดของเดือน เราจะให้ AI มีคู่มือประจำโปรเจกต์ก่อน ใช้เวลาไม่ถึงสิบนาที แต่ช่วยเราไปตลอดทั้งเดือน"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"สามข้อนี้ไม่ใช่ความผิดของคุณ และไม่ใช่ความผิดของ AI มันแก้ได้ด้วยไฟล์เดียว" · โยงกับ /clear ที่เรียนสัปดาห์ที่แล้ว "หลายคนไม่กล้า clear เพราะกลัว AI ลืม วันนี้ความกลัวนั้นจะหมดไป"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เปรียบว่า "เหมือนคู่มือที่วางไว้ให้พนักงานใหม่อ่านก่อนเริ่มงานวันแรก คุณไม่ต้องยืนอธิบายซ้ำทุกเช้า" · ย้ำคำแปล CLAUDE.md = คู่มือประจำโครงงานที่ AI อ่านทุกครั้งก่อนทำงาน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ชี้ข้อสองแล้วพูดว่า "แบบโฟลเดอร์บนกระดาษที่กลุ่มคุณวาดสัปดาห์ที่แล้ว วันนี้ได้ย้ายเข้าบ้านถาวรตรงนี้ AI จะได้สะกดชื่อช่องข้อมูลชุดเดียวกันทุกครั้ง" · ข้อสาม "API List คือรายการว่าระบบทำอะไรได้บ้าง เขียนไว้แล้วใน Tech Spec สัปดาห์ที่ 5 คัดมาวางได้เลย"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"ไม่ต้องนั่งพิมพ์ไฟล์นี้เองนะครับ พิมพ์ /init คำสั่งเดียว มันจะไล่อ่านโปรเจกต์แล้วร่างมาให้ดูก่อน ถามก่อนบันทึกด้วย" · ย้ำหนักที่สุดที่บรรทัดสอง "พิมพ์ /init แล้วผ่านไปเลยไม่ได้ครับ การอ่านแล้วรู้ว่าอะไรขาด คือทักษะที่เราฝึกกันทั้งเดือน และคำสั่งทำแทนคุณไม่ได้"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สลับไปสาธิตตามสคริปต์บล็อก A · ก่อนสลับพูดว่า "ดูสามอย่างครับ ผมพิมพ์อะไร ร่างที่ได้ขาดอะไร แล้วผมบอกมันว่ายังไง" · ห้ามข้ามจังหวะอ่านออกเสียง เพราะนั่นคือสิ่งเดียวที่ผู้เรียนต้องเลียนแบบตอนบ่าย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ถามห้องว่า "หัวข้อไหนใน 4 ส่วนที่ /init เขียนเองไม่ได้ ต้องรอเราเติม" คำตอบที่ต้องการคือโครงสร้างข้อมูลกับข้อตกลง · อ่านคำตอบในแชท 2 อันแล้วเข้าช่วงที่ 2 ทันที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"55 นาทีนี้คือหัวใจของวันนี้ครับ จบช่วงนี้ ปุ่มทุกปุ่มบนหน้าจอจะทำงานจริง" · บอกว่าจะสาธิตสลับกับสไลด์ตลอดช่วง ผู้เรียนไม่ต้องพิมพ์ตาม ทุกคำสั่งอยู่ในใบงานบ่ายนี้แล้ว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ทวนคำเทียบ CRUD = เพิ่ม ดู แก้ ลบ ข้อมูล · พูดว่า "ตัว R เราทำเสร็จไปแล้วสัปดาห์ที่แล้ว วันนี้เติมอีกสามตัวที่เหลือ ทีละตัว ไม่ใช่พร้อมกัน"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พูดช้า ๆ "นี่คือกติกาเหล็กของช่วงนี้ครับ ถ้าสั่งทั้งสามตัวรวดเดียวแล้วพัง คุณจะไม่รู้ว่าพังที่ตัวไหน ทำทีละตัว เปิด Firebase Console ส่องด้วยตา เห็นข้อมูลเปลี่ยนจริง ค่อยไปตัวถัดไป"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ชี้กล่องซ้ายสุด "สั่งทำทีละตัว ใช้วงจร 4 จังหวะเหมือนเดิม" · กล่องสอง "กดปุ่มบนหน้าจอจริง" · หยุดค้างที่กล่องเข้ม "หน้าจอโกหกได้ แต่ Console ไม่โกหก ข้อมูลเข้าจริงต้องเห็นไฟล์ใน Console เปลี่ยน" · กล่องขวาสุด "สำเร็จแล้ว commit เก็บหมุดไว้ แล้ววนกลับไปเริ่มตัวถัดไป"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ชี้ข้อสองแล้วพูดว่า "จำเรื่องจดชื่อซ้ำจากสัปดาห์ที่แล้วได้ไหมครับ ตอนเพิ่มใบใหม่ ถ้าบันทึกแต่รหัส ไม่บันทึกชื่อ หน้ารายการจะขึ้นรหัสประหลาดทันที นี่คือจุดที่แผนของ AI มักขาด และเป็นหน้าที่เราตรวจ"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"ฐานข้อมูลจะดีเท่ากับข้อมูลที่เราปล่อยเข้าไป ศัพท์ทางการเรียกว่า validation แปลว่าตรวจข้อมูลก่อนบันทึก" · ยกตัวอย่างจริง "ใบแจ้งซ่อมที่ไม่มีหัวข้อ ช่างอ่านแล้วซ่อมอะไรไม่ได้เลย"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สลับไปสาธิตตามสคริปต์บล็อก B ขั้นที่ 2 · จุดที่ต้องให้เห็นชัดคือแผนของ AI ขาดเรื่องบันทึกชื่อจดซ้ำ แล้วเราจับได้ตอนอ่านแผน ไม่ใช่ตอนหน้าจอพัง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ย้ำข้อสอง "คำว่าแก้ ที่อันตรายคือแก้แล้วเขียนทับทั้งไฟล์ ช่องอื่นหายหมด ให้สั่ง AI ชัด ๆ ว่าแก้เฉพาะช่อง status" · ข้อสาม เชื่อมกับโฟลเดอร์ย่อย comments ของ FixIt ที่เรียนสัปดาห์ที่แล้ว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"ปุ่มลบคือปุ่มเดียวที่ย้อนกลับไม่ได้ commit ช่วยโค้ดเราได้ แต่ช่วยข้อมูลที่ถูกลบไม่ได้ เพราะฉะนั้นถามยืนยันก่อนเสมอ ไม่มีข้อยกเว้น" · ถามห้อง "ทำไมใบที่อนุมัติแล้วไม่ควรลบได้" เฉลย เพราะเป็นหลักฐานที่คนอื่นอ้างอิงไปแล้ว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สลับไปสาธิตตามสคริปต์บล็อก B ขั้นที่ 3–4 · ทุกครั้งที่ Console เปลี่ยน ให้พูดออกเสียงว่าเห็นอะไรเปลี่ยน อย่าให้ผู้เรียนเดาเอง · ตอนลบ ให้ชี้หน้าต่างยืนยันค้างไว้ 5 วินาทีก่อนกด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"ตอนนี้บ้านเรามีน้ำสองถัง ถังจริงกับถังปลอม ถึงเวลาทุบถังปลอมทิ้งครับ ระบบที่มีแหล่งข้อมูลสองแหล่งคือระบบที่รอวันงง" · บอกว่าใบงานบ่ายนี้มีขั้นนี้ให้ชัด ๆ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สลับไปสาธิตตามสคริปต์บล็อก B ขั้นที่ 5 · ปิดเบราว์เซอร์ให้เห็นชัด ๆ ทั้งหน้าต่าง เพราะผู้เรียนต้องเห็นว่ามันหายไปจริงแล้วกลับมาจริง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ให้ห้องพิมพ์ 🎉 ในแชท · พูดว่า "นี่คือประโยคเกณฑ์ผ่านของสัปดาห์นี้ครับ บ่ายนี้ Checkpoint 2 ของกลุ่มคุณคือประโยคนี้เป๊ะ ๆ กับโครงงานของกลุ่มเอง"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ถามห้องว่า "ในโครงงานของกลุ่มคุณ ตัว C คือปุ่มอะไร" ให้ตอบในแชทกลุ่มละ 1 คำตอบ · อ่านดัง ๆ 2–3 อัน แล้วประกาศพัก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ประกาศเวลากลับให้ชัด ตั้งนาฬิกาจับเวลาแชร์บนจอ · พูดว่า "ครึ่งหลังคือเรื่องใหม่ทั้งหมด ล็อกอิน กุญแจ ทีม แล้วก็ออกออนไลน์ พักสมองจริง ๆ นะครับ"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"ช่วงนี้ 30 นาที จบ 10:55 · ตอนนี้ระบบเราเก็บข้อมูลได้ครบแล้ว แต่มันยังไม่รู้เลยว่าใครเป็นคนกรอก ช่วงนี้เราจะทำให้มันรู้จักผู้ใช้"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หยิบ Persona ของ FixIt มาโยง "เดือนที่ 1 เราวาดไว้แล้วว่ามีผู้แจ้ง ช่างซ่อม ผู้ดูแล วันนี้สามคนนี้จะได้ล็อกอินเข้าระบบจริง" · ถามห้องว่าโครงงานของกลุ่มคุณมีผู้ใช้กี่แบบ ให้นึกไว้ในใจ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ย้ำคำแปล Authentication = ระบบยืนยันตัวตน หรือเรียกสั้น ๆ ว่าล็อกอิน · พูดว่า "การเก็บรหัสผ่านคนอื่นคืองานที่มืออาชีพยังพลาด เราไม่เขียนเองเด็ดขาด ใช้ของสำเร็จที่มีคนดูแลให้"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"uid เหมือนเลขบัตรประชาชนของผู้ใช้ในระบบเรา ระบบออกให้เอง ไม่ซ้ำกันแน่นอน" · ชี้ข้อสาม "ตรงนี้แหละคือคำว่า ระบบรู้จักผู้ใช้ ใบไหนของใคร ตอบได้ทันที" · ข้อสี่บอกว่าค่า role ใช้รหัสอังกฤษตาม spec เพราะสัปดาห์หน้าจะใช้เขียนกฎ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ชี้กล่องซ้ายสุด "ผู้ใช้สมัครหรือเข้าระบบด้วยอีเมล" · กล่องสอง "Firebase ออก uid ให้" · หยุดค้างที่กล่องเข้ม "จุดสำคัญอยู่ตรงนี้ ทุกไฟล์ที่สร้างใหม่ต้องแนบ uid ของเจ้าของไปด้วย ถ้าลืมขั้นนี้ ล็อกอินได้ก็จริงแต่ข้อมูลยังไม่รู้เจ้าของ" · กล่องขวาสุด "พอมี uid ในไฟล์ สัปดาห์หน้าเราจะสั่งได้ว่าใครเห็นใบไหน"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อ่านทีละแถว แล้วพูดว่า "ห้าข้อนี้คือเช็กลิสต์ตรวจแผนของช่วงนี้ครับ AI มักเขียนมาขาดสักหนึ่งข้อ โดยเฉพาะข้อ 2 กับข้อ 5 หน้าที่ของเราคือจับให้ได้ตอนอ่านแผน" · บอกว่าตารางนี้อยู่ในใบงานบ่ายนี้แบบคำต่อคำ ถ่ายรูปไว้ได้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สลับไปสาธิตตามสคริปต์บล็อก C · จุดที่ห้ามตัดคือตอนเทียบแผนกับเช็กลิสต์ 5 ข้อแล้วเจอข้อที่ขาด · ใช้อีเมลสมมติเท่านั้น เช่น somchai@example.com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พูดช้า ๆ ชัด ๆ "ระวังความเข้าใจผิดข้อนี้ที่สุดครับ ล็อกอินทำให้ระบบรู้ว่าใครเป็นใคร แต่ประตูข้อมูลยังเปิดอยู่เหมือนเดิม คนที่รู้ที่อยู่ตู้ก็ยังอ่านได้ การปิดประตูคือหน้าที่ของกฎ ซึ่งเป็นเรื่องถัดไปเดี๋ยวนี้เลย"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ถามข้อสุดท้ายกับห้องตรง ๆ "ล็อกอินแล้ว ทำไมยังไม่ปลอดภัยครับ" คำตอบที่ต้องการ เพราะยังไม่มีกฎปิดข้อมูล ใครก็ยังอ่านได้ · แล้วพูดว่า "งั้นไปใส่กุญแจกันเลย"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"15 นาทีนี้สั้นแต่ห้ามข้ามเด็ดขาดครับ เพราะอีกครึ่งชั่วโมงเราจะเอาระบบขึ้นออนไลน์ และห้ามออกออนไลน์ทั้งที่ประตูยังเปิด"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ย้ำคำแปล Security Rules = กฎที่บอกว่าใครเปิดข้อมูลอะไรได้ เปรียบเป็นยามเฝ้าประตูตู้ · พูดว่า "กฎละเอียดรายห้องเป็นเรื่องใหญ่ของสัปดาห์หน้า วันนี้เราใส่กุญแจประตูหน้าบ้านหนึ่งดอกก่อน ต้องล็อกอินก่อนถึงเข้าบ้านได้"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"เราไม่เรียนไวยากรณ์ของกฎในวันนี้ เราใช้หลักเดิม ให้ AI เขียน แล้วเราอ่านและชี้บรรทัดที่เป็นใจความให้ได้ ตอนสาธิตผมจะชี้ให้ดูว่าบรรทัดไหน" · เตือนว่ากฎที่เขียนแล้วยังอยู่ในเครื่อง ต้อง deploy ขึ้นไปถึงจะทำงาน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"กฎที่ไม่ได้ทดสอบ ถือว่ายังไม่มีกฎครับ วิธีทดสอบตรงไปตรงมาที่สุดคือแกล้งเป็นคนแปลกหน้าเอง หน้าต่างไม่ระบุตัวตนคือหน้าต่างที่ไม่มีการล็อกอินติดมา" · บอกว่าตอนบ่าย Checkpoint 3 ใช้การทดสอบแบบนี้เป๊ะ ๆ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สลับไปสาธิตตามสคริปต์บล็อก D — นี่คือจุดที่ตั้งใจให้พังจุดที่ 1 ของวันนี้ ห้ามตัด · ตอนพังให้พูดว่า "เห็นไหมครับ ผมเองก็เจอ ครึ่งห้องจะเจอแบบนี้ตอนบ่าย มันไม่ใช่กฎผิด มันคือหน้าเว็บใจร้อน อ่านข้อมูลก่อนที่ระบบจะรู้ว่าเราล็อกอินแล้ว"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พูดตรง ๆ "อย่าเพิ่งวางใจนะครับ กุญแจดอกนี้กันได้เฉพาะคนที่ไม่ล็อกอิน แต่ใครสมัครบัญชีใหม่ก็เดินเข้ามาอ่านได้หมด สัปดาห์หน้าเราจะปิดรายห้อง ใครเห็นได้เฉพาะของตัวเอง ระหว่างนี้จึงห้ามใส่ข้อมูลจริงของใครลงระบบเด็ดขาด"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"ช่วงนี้ 25 นาที และเป็นของใหม่จริงของวันนี้ครับ ที่ผ่านมากลุ่มคุณผลัดกันพิมพ์บนเครื่องเดียว บ่ายนี้เป็นครั้งแรกที่ทุกคนจะแก้ repo เดียวกันจากคนละเครื่อง ผมสอนตรงนี้เพราะอีกสองชั่วโมงคุณได้ใช้ทันที"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ย้ำข้อสองหนัก ๆ "ผมเปิดประวัติ repo ดูได้ว่าใครพิมพ์บ้าง และผมดูทุกสัปดาห์ ไม่ใช่รอตอนจบ คนที่ไม่มี commit เลยจะตอบคำถามตอน Sprint Review ไม่ได้ และนั่นวัดเป็นรายบุคคล"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ย้ำคำแปล .gitignore = รายการไฟล์ที่ห้ามส่งขึ้นไป · พูดว่า "ทำ .gitignore ก่อน push เสมอ สลับลำดับไม่ได้ เพราะไฟล์ที่เคยขึ้นไปแล้ว ต่อให้ลบทีหลัง ก็มีคนคัดลอกไปได้ตั้งแต่วินาทีแรก" · เตือนล่วงหน้า "ถ้าเผลอ push คีย์ขึ้นไป ให้เพิกถอนคีย์ก่อน แล้วค่อยลบไฟล์ ลบอย่างเดียวไม่พอ"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เปรียบว่า "GitHub เหมือนแฟ้มกลางของทีม ก่อนเริ่มงานต้องหยิบแฟ้มเวอร์ชันล่าสุดมาก่อน ทำเสร็จต้องเอาไปคืนแฟ้มกลาง ถ้าใครทำงานบนเวอร์ชันเก่า เดี๋ยวจะไปทับของเพื่อน"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อ่านออกเสียงทีละข้อ แล้วพูดว่า "สามข้อนี้กันปัญหาได้เกือบร้อยเปอร์เซ็นต์ครับ ปัญหางานชนกันเกิดจากการละเมิดข้อใดข้อหนึ่งในนี้เสมอ" · บอกว่าใบงานบ่ายนี้บังคับข้อ 1 ไว้ในทุกจุดหมุนคีย์บอร์ด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ชี้แถบบนทีละกล่อง "สองคนแก้ไฟล์เดียวกันโดยไม่บอกกัน คนแรก push ผ่าน คนที่สอง push ถูกปฏิเสธ" · หยุดที่กล่องเข้ม "ตรงนี้คือจุดที่คนตกใจที่สุด เห็นคำว่า conflict แล้วคิดว่างานหาย" · ไล่แถบล่าง "แถบล่างคือบ่ายนี้ของกลุ่มคุณ ถ้าตามกติกาสามข้อ จะไม่เจอแถบบนเลย"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ย้ำข้อสุดท้ายหนักที่สุด "คำว่า conflict ฟังน่ากลัว แต่ความจริงคือ git เก็บของทั้งสองคนไว้ให้ครบ แล้วถามเราว่าจะเอาแบบไหน มันคือคำถาม ไม่ใช่ความเสียหาย" · แปลศัพท์ conflict = งานชนกัน สองคนแก้ที่เดียวกัน git เลือกเองไม่ได้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สลับไปสาธิตตามสคริปต์บล็อก E — นี่คือจุดที่ตั้งใจให้พังจุดที่ 2 ห้ามตัด · ตอน push ถูกปฏิเสธให้พูดว่า "เห็นไหมครับ ผมเองก็เจอ ทีนี้มาดูกันว่ากู้ยังไงใน 3 นาที" · จบแล้วทวนกติกา 3 ข้ออีกรอบ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ถามห้องว่า "ก่อนเริ่มงานทุกครั้ง พิมพ์คำสั่งอะไรก่อน" คำตอบที่ต้องการคือ git pull · ให้ตอบในแชทแล้วไปช่วงสุดท้ายของเช้า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"20 นาทีสุดท้ายของเช้าครับ และเป็นนาทีที่ผมชอบที่สุดของทั้งเดือน ระบบที่อยู่ในเครื่องเราคนเดียวยังไม่นับว่าเป็นระบบ อีกสิบนาที FixIt จะมีที่อยู่จริงบนอินเทอร์เน็ต"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ย้ำคำแปล Deploy = นำเว็บขึ้นออนไลน์ · Hosting = บริการที่ให้เว็บเรามีที่อยู่จริง · พูดว่า "จำคำว่า localhost จากสัปดาห์ที่แล้วได้ไหมครับ วันนี้เราจะเปลี่ยนจาก localhost เป็นที่อยู่ที่ส่งให้ใครก็ได้"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ชี้ทีละกล่องจากซ้าย "โค้ดที่เสร็จแล้วในเครื่อง สั่ง deploy หนึ่งครั้ง มันจะถูกคัดลอกขึ้นไปวางบน Hosting" · หยุดที่กล่องเข้ม "ตั้งแต่วินาทีที่ของถึงกล่องนี้ เว็บเราไม่ได้อยู่ในเครื่องเราแล้ว ปิดคอมไปเลยก็ยังเปิดได้" · ปิดที่กล่องขวาสุด "และนั่นแปลว่าคนแปลกหน้าก็เปิดได้ด้วย เพราะฉะนั้นกฎเมื่อกี้ถึงต้องมาก่อน"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"จุดพลาดคลาสสิกคือเขียนกฎไว้ในเครื่องแล้วนึกว่าปลอดภัยแล้ว กฎทำงานเฉพาะฉบับที่อยู่บนเซิร์ฟเวอร์ครับ ใบงานบ่ายนี้จึงเขียนให้ deploy กฎพร้อมเว็บเสมอ"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"สองอาการนี้คืออันดับหนึ่งกับสองของบ่ายนี้ ผมบอกล่วงหน้าเลย ถ้าเว็บออนไลน์พังแต่ในเครื่องปกติ ให้เช็กสองข้อนี้ก่อนเสมอ" · ทวน index จากสัปดาห์ที่แล้ว "Firestore จะบอกเองว่าต้องสร้างสารบัญ พร้อมแนบลิงก์มาให้กด ไม่ต้องทำเอง"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สลับไปสาธิตตามสคริปต์บล็อก F — นี่คือฉากจำของเช้านี้ · ตอนวาง URL ในแชท ให้รอจนมีคนพิมพ์ว่าเปิดได้อย่างน้อย 5 คน แล้วค่อยไปต่อ อย่ารีบ นาทีนี้คือรางวัลของทั้งเช้า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ให้ห้องพิมพ์ 🎉 ในแชท · พูดว่า "จากภาพนิ่งเมื่อสองสัปดาห์ก่อน ตอนนี้มันคือระบบจริงที่มีที่อยู่บนอินเทอร์เน็ต บ่ายนี้กลุ่มคุณจะได้ความรู้สึกนี้กับโครงงานของกลุ่มเอง แล้วแลก URL กับกลุ่มอื่นด้วย"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พูดเสียงหนักแน่น "ระบบออนไลน์แล้วจะมีคนอยากใส่ข้อมูลจริงทันที ห้ามนะครับ เหตุผลการลาจริง ชื่อลูกค้าจริง เบอร์โทรจริง ห้ามทั้งหมด จนกว่ากฎรายห้องจะปิดเรียบร้อยสัปดาห์หน้า นี่คือเรื่อง PDPA ที่เรียนกันไปเดือนที่ 1"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ถามห้องว่า "ออนไลน์แล้วเว็บพัง แต่ในเครื่องปกติ เช็กอะไรสองอย่าง" คำตอบ กฎยัง deploy ไหม กับ index สร้างหรือยัง · แล้วเข้าปิดคาบ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บอกว่า "5 นาทีสุดท้าย มีของต้องส่งสัปดาห์นี้ ห้ามออกก่อนครับ" · เตรียมลิงก์ใบงาน คิวถาม ธนาคารคำตอบ วางในแชทตอนนี้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อ่านออกเสียงทุกข้อ · ย้ำว่า "ผมตรวจ commit รายคนด้วยนะครับ สัปดาห์นี้ repo อยู่บน GitHub แล้ว ทุกคนต้องมีชื่อตัวเองในประวัติ" · deploy ยกไป Consult วันอาทิตย์ได้ถ้าไม่ทัน แต่สามข้อแรกต้องมี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ชี้ทีละแถวแล้วถามคำถามประจำหลักสูตร "FixIt แจ้งซ่อมใหม่ LeaveEasy ยื่นใบลาใหม่ แล้วโครงงานของกลุ่มคุณ ตัว C คือปุ่มอะไร" ให้ทุกกลุ่มพิมพ์คำตอบในแชทก่อนพักเที่ยง · ย้ำว่าช่องขวาสุดกลุ่มเติมเองในใบงาน ห้ามลอกช่องกลาง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ชี้แถว B แล้วพูดว่า "ถ้าเวลาไม่พอ ให้ B เสร็จเป็นอย่างน้อยครับ ลำดับตัดคือ B ก่อน C ก่อน D ส่วน deploy ยกไป Consult วันอาทิตย์ได้ แต่ห้าม deploy โดยไม่มีกฎขั้นต่ำเด็ดขาด" · ย้ำว่าบ่ายนี้ทำโครงงานของกลุ่มเอง มีเฉลย LeaveEasy กำกับทุกขั้นในใบงาน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ชี้ข้อแรก "สัปดาห์นี้การหมุนคีย์บอร์ดคือการเปลี่ยนเครื่องจริง ๆ เพราะ repo อยู่บน GitHub แล้ว คนรับไม้ต้องดึงงานล่าสุดก่อนเสมอ นี่คือกติกาข้อ 1 ของทีมที่เพิ่งเรียน" · บอกว่าคิวถามกลางและธนาคารคำตอบสด ลิงก์อยู่ในแชทแล้ว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ปิดคาบด้วยคำถามนี้ทุกสัปดาห์ ให้ตอบในแชท 1 บรรทัดก่อนไปพักเที่ยง เช่น "ตัว C ของกลุ่มผมคือปุ่มเพิ่มเมนูอาหาร" · บอกเวลากลับมา 13:00 ให้ชัด และให้เปิดใบงานอ่านล่วงหน้าระหว่างกินข้าวได้ ลิงก์อยู่ในแชทแล้ว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45775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CRUD ครบ + ล็อกอิน + ขึ้นออนไลน์ — ระบบรู้จักผู้ใช้ และออกสู่โลก</a:t>
            </a:r>
          </a:p>
          <a:p>
            <a:pPr>
              <a:spcBef>
                <a:spcPts val="1400"/>
              </a:spcBef>
            </a:pPr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ADT-RAISE Batch 2 · Module 2 · สัปดาห์ที่ 7</a:t>
            </a:r>
          </a:p>
          <a:p>
            <a:pPr>
              <a:spcBef>
                <a:spcPts val="1400"/>
              </a:spcBef>
            </a:pPr>
            <a:r>
              <a:rPr sz="18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5 กันยายน 2569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0 — เปิดคาบ ⏱ 09:00–09:05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สัปดาห์ที่แล้ว ระบบอ่านได้อย่างเดียว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หน้ารายการอ่านจากฐานจริงแล้ว — แต่ปุ่มบันทึกยังหลอกอยู่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กรอกใบใหม่ รีเฟรชแล้วหายเหมือนเดิม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ระบบยังไม่รู้ว่าใครเป็นคนใช้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และยังเปิดได้ในเครื่องเราเครื่องเดียว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ระบบรู้จักผู้ใช้ และออกสู่โลก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เย็นนี้กลุ่มของคุณจะได้ 4 อย่างกลับไป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📄 CLAUDE.md (คู่มือประจำโครงงานที่ AI อ่านก่อนทำงาน) + repo บน GitHub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⭐ CRUD ครบ — กรอก → ปิดเบราว์เซอร์ → เปิดใหม่ → ข้อมูลยังอยู่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64032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🔑 ล็อกอินได้ + คนไม่ล็อกอินอ่านไม่ได้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5551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🌐 URL จริง ที่กลุ่มอื่นเปิดได้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แผนที่ของ 3 ชั่วโมงนี้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2542032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09:05  CLAUDE.md — ให้ AI มีคู่มือ ก่อนสั่งงานใหญ่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09:20  CRUD ให้ครบ 4 ตัว ⭐ หัวใจของวันนี้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10:15  ☕ พัก 10 นาที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10:25  ล็อกอิน — ระบบรู้ว่าใครเป็นใคร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10:55  กุญแจประตูหน้าบ้าน — กฎขั้นต่ำ 1 ข้อ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11:10  Git หลายคนบน repo เดียว ⭐ ของใหม่จริง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11:35  Deploy — จบเช้าด้วย URL จริง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1 — CLAUDE.md ⏱ 09:05–09:20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ปัญหาที่ทุกกลุ่มเจอเมื่อสัปดาห์ที่แล้ว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เริ่มบทสนทนาใหม่ = อธิบายโปรเจกต์ใหม่ทั้งหมด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ลืมบอกข้อตกลง → AI สะกดชื่อช่องข้อมูลเพี้ยน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วันนี้งานใหญ่ขึ้น — พลาดแล้วแพงกว่าเดิม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CLAUDE.md — คู่มือประจำโครงงานที่ AI อ่านทุกครั้ง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ไฟล์ข้อความธรรมดา วางที่โฟลเดอร์บนสุด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Claude Code อ่านไฟล์นี้ก่อนเริ่มงานทุกครั้ง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เขียนครั้งเดียว ใช้ได้ทุกบทสนทนา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2125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โครงงานเปลี่ยน ก็แก้เพิ่มได้ตลอด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ควรใส่อะไร — 4 ส่วน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ระบบนี้คืออะไร ใครใช้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โครงสร้างข้อมูลบน Firestore — จากแบบกระดาษสัปดาห์ที่แล้ว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รายการความสามารถ (API List) จาก Tech Spec เดือนที่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ข้อตกลง + สิ่งที่ห้ามทำ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/init — ให้ AI ร่าง แล้วเราอ่านตรวจ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676656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/init      อ่านโปรเจกต์แล้วร่าง CLAUDE.md ให้ · ถามก่อนบันทึก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545775" cy="4881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คำสั่งนี้ทำแทนเราได้จังหวะที่ 1 และ 2 เท่านั้น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874772"/>
            <a:ext cx="10545775" cy="4881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⭐ จังหวะที่ 3 — อ่านแล้วบอกว่าอะไรขาด ยังเป็นงานของเรา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417824"/>
            <a:ext cx="10545775" cy="884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ร่างที่ได้จะบางมาก เป็นเรื่องปกติ — โครงสร้างข้อมูลต้องเติมเอง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357624"/>
            <a:ext cx="10545775" cy="4881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⚠️ ไม่ได้ผล พิมพ์ /help แล้วสั่งด้วยประโยคธรรมดาแทน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สาธิต — /init กับ FixIt แล้วตรวจว่าอะไรขาด ⏱ 6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พิมพ์ /init → อ่านร่างที่ได้ออกเสียง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ชี้ว่าขาดอะไร — โครงสร้าง Firestore · ข้อตกลง · ห้ามทำ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7749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สั่งเติมด้วยประโยคเดียว แล้วบันทึก + commit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1 คุณต้องได้อะไรกลับไป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บอกได้ว่า CLAUDE.md คือคู่มือที่ AI อ่านทุกครั้ง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ท่อง 4 ส่วนที่ต้องมีได้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 /init ร่างให้ แต่เราต้องอ่านและเติมเอง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2 — ⭐ CRUD ให้ครบ 4 ตัว ⏱ 09:20–10:15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CRUD = เพิ่ม ดู แก้ ลบ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ตัว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แปลว่า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สถานะ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เพิ่มข้อมูลใหม่ลงฐาน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วันนี้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R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อ่านข้อมูลมาแสดง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เสร็จแล้วสัปดาห์ที่แล้ว ✅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U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แก้ข้อมูลในไฟล์เดิม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วันนี้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D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ลบไฟล์ออกจากฐาน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วันนี้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ทำทีละตัว ตรวจ Console ทุกตัว ก่อนไปตัวถัดไป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วงจรของทุกตัว — เหมือนกันทั้ง 3 รอบ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สั่งทำ 1 ตัว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ทดสอบบนหน้าจอ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Console ยืนยันด้วยตา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commit</a:t>
            </a:r>
          </a:p>
        </p:txBody>
      </p:sp>
      <p:sp>
        <p:nvSpPr>
          <p:cNvPr id="10" name="Left Arrow 9"/>
          <p:cNvSpPr/>
          <p:nvPr/>
        </p:nvSpPr>
        <p:spPr>
          <a:xfrm>
            <a:off x="822960" y="2761488"/>
            <a:ext cx="10545775" cy="292608"/>
          </a:xfrm>
          <a:prstGeom prst="lef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วนกลับไปทำรอบต่อไป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C — ฟอร์มเพิ่ม บันทึกลงฐานจริง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ปุ่มบันทึกจากสัปดาห์ที่แล้วยังหลอกอยู่ — วันนี้ต่อสายจริง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ต้องบันทึกครบทุกช่อง รวมชื่อที่จดซ้ำ ด้วย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สถานะเริ่มต้นตั้งให้อัตโนมัติ ผู้ใช้ไม่ต้องเลือก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วันเวลาที่สร้าง (createdAt) ติดมาเอง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ตรวจข้อมูลก่อนบันทึก — กันขยะเข้าฐาน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กรอกไม่ครบ → ต้องขึ้นข้อความเตือน ไม่บันทึก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วันที่สิ้นสุดมาก่อนวันที่เริ่ม → ต้องไม่ผ่าน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ข้อความว่างเปล่า → ต้องไม่ผ่าน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เตือนเป็นภาษาไทยที่ผู้ใช้เข้าใจ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สาธิต — C: แจ้งซ่อมใบใหม่ ลงฐานจริง ⏱ 10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ขอแผน → แผนขาดเรื่องชื่อจดซ้ำ → เราแก้แผน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กรอกฟอร์ม → กดบันทึก → เปิด Console เห็นไฟล์ใหม่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ทดสอบกรอกไม่ครบ → ต้องมีข้อความเตือน → commit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U — แก้ไข: เปลี่ยนสถานะในไฟล์เดิม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กดปุ่มแล้วค่าในฐานเปลี่ยนจริง ไม่ใช่เปลี่ยนบนจอเฉย 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แก้เฉพาะช่อง status ห้ามเขียนทับช่องอื่น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ความเห็นแนบท้ายเก็บในโฟลเดอร์ย่อยของใบนั้น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สถานะใช้ได้เฉพาะค่าที่ตกลงกันไว้ใน CLAUDE.md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D — ลบ ต้องยืนยันก่อนเสมอ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กดลบ → หน้าต่างถามยืนยันก่อนทุกครั้ง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ยืนยันแล้ว ไฟล์หายจากฐานจริง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ลบได้เฉพาะใบที่ยังอยู่สถานะเริ่มต้น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ลบผิดใบ = กู้คืนไม่ได้ — ฐานข้อมูลไม่มีถังขยะ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สาธิต — U แล้ว D ทีละตัว ⏱ 10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เปลี่ยนสถานะใบแจ้งซ่อม → Console เห็น status เปลี่ยน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เพิ่มความคืบหน้าลงโฟลเดอร์ย่อย comments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ลบใบทดสอบ → ยืนยัน → ไฟล์หายจาก Console → commit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เก็บงาน — ทุกหน้าใช้ฐานจริง เลิกใช้ข้อมูลปลอม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หน้าที่เหลือเปลี่ยนมาอ่าน/เขียนฐานจริงให้หมด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แล้วลบไฟล์ข้อมูลปลอมทิ้ง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เหลือแหล่งข้อมูลเดียว = ไม่มีวันงงว่าอันไหนจริง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สาธิต — บททดสอบของสัปดาห์นี้ ⏱ 6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แจ้งซ่อมใบใหม่ 1 ใบ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ปิดเบราว์เซอร์ทั้งหน้าต่าง — ไม่ใช่รีเฟรช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เปิดใหม่ → ใบนั้นยังอยู่ → แก้ได้ → ลบได้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กรอก → ปิด → เปิดใหม่ → ข้อมูลยังอยู่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2 คุณต้องได้อะไรกลับไป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บอกได้ว่า C U D แต่ละตัวคือปุ่มไหนในระบบคุณ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ท่องกติกาได้ — ทีละตัว ตรวจ Console ทุกตัว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รู้ว่าตัว U แก้เฉพาะช่องเดียว ตัว D ยืนยันก่อนเสมอ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รู้ว่าเสร็จแล้วต้องลบข้อมูลปลอมทิ้ง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☕ พัก 10 นาที · กลับมา 10:25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3 — 🔑 ล็อกอิน ⏱ 10:25–10:55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ระบบตอนนี้ยังไม่รู้ว่าใครเป็นใคร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ใบแจ้งซ่อมใหม่ ไม่รู้ว่าใครแจ้ง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ใครเปิดหน้าเว็บก็เพิ่ม แก้ ลบ ได้หมด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Persona จากเดือนที่ 1 บอกไว้แล้วว่ามีผู้ใช้กี่แบบ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ถึงเวลาทำให้บทบาทเหล่านั้นมีตัวตนจริง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Firebase Authentication — ระบบล็อกอินสำเร็จรูป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Authentication = ระบบยืนยันตัวตน (สมัคร/เข้า/ออก)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ใช้แบบอีเมล + รหัสผ่าน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ไม่ต้องเขียนระบบรหัสผ่านเอง — เรื่องนี้พลาดแล้วเจ็บจริง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9013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เปิดใช้ใน Firebase Console ก่อน แล้วค่อยสั่ง AI ต่อ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uid — เลขประจำตัวผู้ใช้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สมัครสำเร็จ ระบบออก uid (เลขประจำตัวผู้ใช้) ให้อัตโนมัติ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ใช้ uid เป็นชื่อไฟล์ในโฟลเดอร์ users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ใบแจ้งใหม่บันทึกช่องผู้แจ้ง = uid ของคนที่ล็อกอินอยู่จริง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5551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ช่อง role (บทบาท) เก็บไว้ในไฟล์นั้น — มาจาก Persona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เส้นทางของการล็อกอิน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สมัคร / เข้าระบบ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ได้ uid ประจำตัว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บันทึก uid ลงข้อมูล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รู้ว่าใบไหนของใคร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แผนล็อกอินที่ AI เขียน — ตรวจให้ครบ 5 ข้อ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2075688"/>
          <a:ext cx="10545775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72887"/>
                <a:gridCol w="5272888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#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ต้องมีในแผน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หน้าเดียวมีทั้งเข้าระบบและสมัครสมาชิก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2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สมัครแล้วสร้างไฟล์ใน users ชื่อไฟล์ = uid + ช่อง role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3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ยังไม่ล็อกอิน → ทุกหน้าส่งกลับไปหน้าเข้าระบบ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4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แถบเมนูโชว์ชื่อคนที่ล็อกอิน + ปุ่มออกจากระบบ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ใบใหม่บันทึกช่องผู้สร้าง = uid ของคนที่ล็อกอินจริง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สาธิต — เพิ่มล็อกอินให้ FixIt ⏱ 12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เปิดใช้ Authentication ใน Console ด้วยมือก่อน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ขอแผน → ตรวจกับเช็กลิสต์ 5 ข้อ → สั่งลงมือทีละข้อ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0606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สมัครบัญชีสมมติ → แจ้งซ่อม → Console เห็น uid จริงในใบ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ล็อกอิน = รู้ว่าใครเป็นใคร — ยังไม่ได้ปิดข้อมูล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3 คุณต้องได้อะไรกลับไป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บอกได้ว่า uid คืออะไร และไปอยู่ตรงไหนของข้อมูล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ท่องเช็กลิสต์ตรวจแผนล็อกอิน 5 ข้อได้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อธิบายได้ว่าบทบาทมาจาก Persona เดือนที่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ตอบได้ว่าล็อกอินแล้ว ทำไมยังไม่ปลอดภัย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4 — 🔒 กุญแจประตูหน้าบ้าน ⏱ 10:55–11:10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ก่อนออกออนไลน์ ต้องล็อกประตูอย่างน้อย 1 ชั้น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โหมดทดสอบ = ตู้ที่ไม่ล็อกกุญแจ ใครรู้ที่อยู่ก็เปิดได้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1597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อีกครึ่งชั่วโมง ที่อยู่ตู้จะเป็นสาธารณะ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7494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Security Rules = กฎที่บอกว่าใครเปิดอะไรได้ (ยามเฝ้าข้อมูล)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85902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วันนี้ใส่กฎขั้นต่ำ 1 ข้อ: ต้องล็อกอินก่อน ถึงอ่าน/เขียนได้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AI เขียนกฎให้ — เราอ่านแล้วชี้บรรทัดสำคัญ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075688"/>
            <a:ext cx="10545775" cy="1847088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2075688"/>
            <a:ext cx="100584" cy="1847088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130552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สั่งแบบนี้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459736"/>
            <a:ext cx="10088575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ช่วยเขียน Security Rules ของ Firestore ให้ 1 ข้อ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ต้องล็อกอินก่อน ถึงอ่านหรือเขียนได้ ทุกโฟลเดอร์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เขียนเสร็จให้ผมอ่านก่อน แล้วบอกวิธี deploy กฎ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2394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อ่านแล้วชี้ให้ได้ว่าบรรทัดไหนแปลว่า "ต้องล็อกอินก่อน"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20801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ไม่ต้องเข้าใจไวยากรณ์ทุกตัว — เข้าใจใจความพอ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ทดสอบว่ากันได้จริง — หน้าต่างไม่ล็อกอิน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เปิดหน้าต่างไม่ระบุตัวตน (incognito) = คนแปลกหน้า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ก่อนใส่กฎ: อ่านข้อมูลได้ ← นี่คือปัญหา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หลังใส่กฎ: ต้องอ่านไม่ได้เลย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ล็อกอินแล้วต้องใช้งานได้ปกติเหมือนเดิม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🎬💥 สาธิต — ใส่กฎ แล้วเจอ permission denied ⏱ 7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ใส่กฎ → deploy → รีเฟรช → หน้าหลักพังทั้งที่ล็อกอินอยู่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5976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อาการนี้ปกติมาก — หน้าเว็บอ่านข้อมูลก่อนสถานะล็อกอินพร้อม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2438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แก้: ให้รอสถานะล็อกอินพร้อมก่อน แล้วค่อยอ่าน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85902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ปิดท้าย: หน้าต่างไม่ล็อกอิน → อ่านไม่ได้จริง 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ยังไม่ปลอดภัยจริง — ใครสมัครก็เข้าได้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5 — 👥 Git หลายคนบน repo เดียว ⭐ ⏱ 11:10–11:35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บ่ายนี้ทั้งกลุ่มแก้ repo เดียวกันเป็นครั้งแรก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บ่ายนี้โค้ดของกลุ่มจะขึ้น GitHub — repo กลางของทีม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👤 ทุกคนต้อง commit ในชื่อตัวเอง — สัปดาห์นี้เริ่มนับจริง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749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ไม่มี commit เลยทั้ง Module = ไม่ผ่านรายบุคคล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9013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ทำงานพร้อมกันได้ แต่ต้องมีกติกา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ก่อน push ครั้งแรก — .gitignore ต้องมาก่อน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.gitignore = รายการไฟล์ที่ห้ามส่งขึ้น GitHub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ต้องกัน node_modules และไฟล์คีย์ทุกชนิด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ให้ AI สร้าง → เราตรวจด้วย git status ว่ากันได้จริง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2125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ลำดับสลับไม่ได้ — ของที่ขึ้นไปแล้ว มีคนคัดลอกได้ทันที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push / pull — ส่งขึ้น กับ ดึงลง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987552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git pull     ดึงงานล่าสุดจาก GitHub ลงเครื่องเรา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git push     ส่งงานจากเครื่องเราขึ้น GitHub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4261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pull = ดึงลง ก่อนเริ่มงานทุกครั้ง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5780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push = ส่งขึ้น หลัง commit ทุกครั้งที่งานเสร็จ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87299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งานล่าสุดอยู่บน GitHub — เครื่องใครก็ตามอาจล้าหลัง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กติกา 3 ข้อของทีม — ท่องให้ขึ้นใจ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1️⃣ ดึงก่อนเริ่มเสมอ — git pull ทุกครั้งก่อนแตะงาน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2️⃣ แบ่งกันคนละไฟล์ — ต่างคนต่างหน้า ต่างไฟล์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3️⃣ บอกกันก่อนแก้ไฟล์เดียวกัน — ทักในแชทกลุ่ม 1 บรรทัด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ถ้าไม่มีกติกา จะเกิดอะไร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10545775" cy="150876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87552" y="1636776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Leelawadee UI"/>
                <a:ea typeface="Leelawadee UI"/>
                <a:cs typeface="Leelawadee UI"/>
              </a:rPr>
              <a:t>❌ ต่างคนต่างแก้ไฟล์เดียวกัน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8992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แก้พร้อมกัน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213615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51578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push ชนกัน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686201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024164" y="1984248"/>
            <a:ext cx="3088538" cy="996696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งานทับกัน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273552"/>
            <a:ext cx="10545775" cy="1508760"/>
          </a:xfrm>
          <a:prstGeom prst="roundRect">
            <a:avLst/>
          </a:prstGeom>
          <a:solidFill>
            <a:srgbClr val="EAF6EC"/>
          </a:solidFill>
          <a:ln w="19050">
            <a:solidFill>
              <a:srgbClr val="3F9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87552" y="3346704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3F9B54"/>
                </a:solidFill>
                <a:latin typeface="Leelawadee UI"/>
                <a:ea typeface="Leelawadee UI"/>
                <a:cs typeface="Leelawadee UI"/>
              </a:rPr>
              <a:t>✅ ใช้กติกา 3 ข้อ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78992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ดึงก่อนเริ่ม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213615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51578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แบ่งคนละไฟล์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686201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24164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push ผ่าน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งานชนกัน (conflict) — หน้าตาเป็นแบบนี้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push ถูกปฏิเสธ → ให้ pull ก่อน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pull แล้วมีไฟล์ที่ขึ้นเครื่องหมาย &lt;&lt;&lt;&lt;&lt;&lt;&lt;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แปลว่า git ถามเราว่า จะเก็บของใคร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ไม่มีงานของใครหาย — ทั้งสองเวอร์ชันอยู่ในไฟล์นั้น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🎬💥 สาธิต — push ขึ้น GitHub แล้วทำให้งานชนกัน ⏱ 11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.gitignore → ตรวจ git status → push → กวาดตาดูหน้า repo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597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สมมติเพื่อนร่วมทีมแก้ไฟล์บน GitHub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7749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เราแก้ไฟล์เดียวกันในเครื่อง → push → ถูกปฏิเสธ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39013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pull → เจอเครื่องหมายชนกัน → ให้ Claude ช่วยรวม → push ผ่าน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5 คุณต้องได้อะไรกลับไป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ท่องกติกา 3 ข้อของทีมได้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บอกได้ว่า pull กับ push ต่างกันอย่างไร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รู้ว่างานชนกันไม่ใช่งานหาย — กู้ได้เสมอ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รู้ว่าทุกคนต้องมี commit ชื่อตัวเองตั้งแต่บ่ายนี้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6 — 🌐 Deploy ขึ้นออนไลน์ ⏱ 11:35–11:55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Deploy = นำเว็บขึ้นออนไลน์ให้คนอื่นเปิดได้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Deploy = ส่งเว็บจากเครื่องเราขึ้นไปอยู่บนอินเทอร์เน็ต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1597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ใช้ Firebase Hosting (บริการที่ทำให้เว็บเรามี URL)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7494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localhost = ในเครื่องเราคนเดียว · URL จริง = ใครก็เปิดได้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85902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ยังไม่สมบูรณ์ก็ deploy ได้ — ไม่ต้องรอเสร็จร้อยเปอร์เซ็นต์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เส้นทางของการ deploy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โค้ดในเครื่องเรา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คำสั่ง deploy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Hosting บนคลาวด์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ใครก็เปิด URL ได้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deploy เว็บอย่างเดียวไม่พอ — กฎต้องขึ้นด้วย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เว็บกับกฎ deploy แยกกันคนละส่วน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กฎที่เขียนไว้ในเครื่อง ยังไม่คุ้มครองของจริง จนกว่าจะ deploy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749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🚫 ห้ามออกออนไลน์โดยไม่มีกฎขั้นต่ำ — ไม่มีข้อยกเว้น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9013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สั่ง AI ให้ deploy ทั้งเว็บและกฎในรอบเดียว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ในเครื่องได้ ออนไลน์พัง — 2 สาเหตุหลัก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สาเหตุ 1: กฎยังไม่ deploy — ขึ้น permission denied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สาเหตุ 2: index (สารบัญช่วยค้น) ยังไม่สร้าง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ทางแก้ index: อ่าน error → กดลิงก์ในข้อความ → กดสร้าง → รอ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อ่าน error ให้จบบรรทัดก่อนตกใจ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สาธิต — FixIt ขึ้น URL จริง ต่อหน้าห้อง ⏱ 9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สั่ง deploy ทั้งเว็บและกฎ → รอ → เห็น Deploy complete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597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วาง URL ในแชท — ทุกคนเปิดตามเดี๋ยวนี้เลย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77494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เปิดจากมือถือผู้สอนให้ดูด้วย — ออนไลน์จริง ไม่ใช่ในเครื่อง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ระบบของเราออนไลน์แล้ว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59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⚠️ ออนไลน์แล้ว แต่ยังห้ามใส่ข้อมูลจริง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กุญแจวันนี้กันได้เฉพาะคนไม่ล็อกอิน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ใครสมัครบัญชีใหม่ ก็ยังอ่านได้หมด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กฎรายห้องปิดสัปดาห์หน้า — ก่อนนั้นใช้ชื่อสมมติเท่านั้น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สมชาย สมหญิง สมศรี คือเพื่อนของเราทั้งเดือน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6 คุณต้องได้อะไรกลับไป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บอกได้ว่า deploy คืออะไร ต่างจาก localhost อย่างไร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รู้ว่าต้อง deploy กฎพร้อมเว็บเสมอ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 2 สาเหตุหลักของ "ในเครื่องได้ ออนไลน์พัง"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รู้ว่าห้ามใส่ข้อมูลจริงจนกว่ากฎรายห้องจะปิด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ปิดคาบ ⏱ 11:55–12:00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📦 สิ่งที่กลุ่มต้องส่งมอบสัปดาห์นี้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[ ] repo บน GitHub ที่มี CLAUDE.md และไม่มีคีย์หลุด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[ ] ⭐ CRUD ครบ — กรอก → ปิด → เปิดใหม่ → ยังอยู่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[ ] ล็อกอินได้ + ไม่ล็อกอินอ่านไม่ได้ + URL ออนไลน์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📤 ส่งผ่าน Google Classroom แนบลิงก์ · ศุกร์ 11 ก.ย. 23:59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ตารางเทียบ — แล้วของกลุ่มคุณล่ะ?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36443"/>
                <a:gridCol w="2636443"/>
                <a:gridCol w="2636443"/>
                <a:gridCol w="2636446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/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🎬 FixIt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🔧 LeaveEasy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👥 กลุ่มคุณ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ตัว C ฟอร์มเพิ่ม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แจ้งซ่อมใหม่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ยื่นใบลาใหม่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ตัว U แก้สถานะ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รับเรื่อง→ซ่อม→เสร็จ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อนุมัติ / ไม่อนุมัติ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ตัว D ลบ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ยกเลิกใบแจ้งซ่อม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ลบใบที่รอพิจารณา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เจ้าของข้อมูล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reporterId = uid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requesterId = uid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64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Workshop บ่ายนี้ — 4 ส่วน 3 Checkpoint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ส่วน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ทำอะไร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🚩 จบด้วย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A · 25 น.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CLAUDE.md + .gitignore ก่อน push + GitHub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CP1 repo ไม่มีคีย์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B · 55 น.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⭐ CRUD ครบ 4 ตัว + ตรวจก่อนบันทึก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CP2 ปิด-เปิด ยังอยู่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 · 35 น.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ล็อกอิน + กฎขั้นต่ำ + หน้าต่างไม่ล็อกอิน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CP3 (ครึ่งแรก)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D · 25 น.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Deploy รวมกฎ + แลก URL กับกลุ่มอื่น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CP3 (ครบ)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65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👥 กติกางานกลุ่มบ่ายนี้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🔄 หมุนคนคุมคีย์บอร์ดทุก Checkpoint — คนใหม่ git pull ก่อน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👤 ทุกคน commit ในชื่อตัวเอง — สัปดาห์นี้เริ่มนับจริง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❓ เรียก TA → คนที่ไม่ได้พิมพ์เป็นคนอธิบายปัญหา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🚦 พิมพ์ 🟢 🟡 🔴 ในแชท + โพสต์ screenshot ทุก Checkpoint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66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ขั้นตอนที่เห็นเช้านี้ — ในโครงงานของกลุ่มคุณคืออะไร?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67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