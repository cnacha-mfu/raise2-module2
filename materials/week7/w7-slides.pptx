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A (ขั้นที่ 1) · จบแล้วกลับเข้าสไลด์หน้า 13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2) · จบแล้วกลับเข้าสไลด์หน้า 21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3–4) · จบแล้วกลับเข้าสไลด์หน้า 24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5) · จบแล้วกลับเข้าสไลด์หน้า 26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C (ขั้นที่ 6) · จบแล้วกลับเข้าสไลด์หน้า 36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คนที่รู้ที่อยู่คลังก็ยังอ่านได้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"คำนี้ฟังดูใหญ่ แต่จริง ๆ คือตารางสามช่องที่คุณเขียนได้ใน 5 นาทีครับ" · โยงกลับ Module 1 — "บทบาทในตารางนี้มาจาก Persona ที่คุณทำไว้แล้ว ไม่ต้องคิดใหม่" · ย้ำว่าเขียนตารางก่อนเสมอ เพราะจังหวะที่ 3 ของเราคือการอ่านแล้วเทียบกับตารางนี้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อ่านทีละแถวออกเสียง · ชี้แถวแรกแล้วถามห้องว่า "ผู้แจ้งกดปุ่มเปลี่ยนสถานะได้ไหมครับ" · ย้ำว่าช่อง ทำไม่ได้ สำคัญกว่าช่องทำได้ เพราะเป็นสิ่งที่ AI เดาเองไม่ได้ · ปิดด้วยคำถามประจำหลักสูตร "LeaveEasy มีพนักงาน หัวหน้า ฝ่ายบุคคล — แล้วระบบของคุณมีกี่บทบาท"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"คุณไม่ต้องพิมพ์ตารางเองครับ เล่าให้มันฟังสามบรรทัด แล้วอ่านสิ่งที่มันร่างมา" · บอกว่าร่างของ AI มักเว้นช่อง ทำไม่ได้ ว่าง ซึ่งเป็นช่องสำคัญที่สุด ให้สั่งเติมแล้วบันทึกทับ · ปิดด้วยข้อสุดท้ายให้หนัก — "ซ่อนปุ่มกันคนกดผิดได้ แต่กันคนที่ตั้งใจไม่ได้ เพราะเขาไม่ต้องผ่านหน้าเว็บเรา · สัปดาห์หน้าเราเอาไฟล์ ACL.md ใบเดียวกันนี้ไปเขียนเป็นกฎที่คลังข้อมูล เขียนวันนี้ครั้งเดียวใช้ต่อได้เลย"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เปรียบเป็นยามเฝ้าประตูคลัง · พูดว่า "กฎละเอียดรายห้องเป็นเรื่องใหญ่ของสัปดาห์หน้า วันนี้เราใส่กุญแจคลังข้อมูลหนึ่งดอกก่อน ต้องล็อกอินก่อนถึงเปิดคลังได้"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D (ขั้นที่ 7) · จบแล้วกลับเข้าสไลด์หน้า 43 ·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สาธิตสดตรงนี้: w7-demo-fixit.md → บล็อก E (ขั้นที่ 8) 3 นาที แล้วเดินต่อไปสไลด์ ✅ ช่วงที่ 5 · 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บ่ายนี้ให้คุณทำ CLAUDE.md แล้ว push ขึ้น GitHub · ส่วนงานชนกันไม่ต้องซ้อมเอง วันไหนเจอคำว่า conflict ให้ commit ก่อนแล้วส่งอาการให้ Claude ตามที่เล่าไปเมื่อกี้"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F (ขั้นที่ 10) · จบแล้วกลับเข้าสไลด์หน้า 57 ·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ย้ำว่าส่ง URL repo กับ URL เว็บออนไลน์ อย่างเดียว ไม่ต้องแนบไฟล์ ผู้สอนเปิด GitHub ตรวจเอง · "ผมตรวจ commit รายคนด้วยนะครับ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ไม่ใช่งานเพิ่ม" · 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ย้ำว่าก่อนเริ่มงานทุกครั้ง ให้พิมพ์บอก Claude ว่า "ช่วยดึงงานล่าสุดจาก GitHub ลงมาก่อน" เพราะ repo อยู่บน GitHub แล้ว · วางลิงก์ตารางห้องย่อยในแชทก่อนพักเที่ยง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กุญแจคลังข้อมูล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🧾 ACL — ตารางว่าใครทำอะไรได้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ACL (Access Control List) = 📋 ตารางสิทธิ์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ช่องเท่านั้น: บทบาท · ทำได้ · ทำไม่ได้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เขียนตารางนี้ ก่อน สั่ง AI จำกัดสิทธิ์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ไม่มีตาราง = สั่งไม่ได้ และตรวจไม่ได้ว่าถูกไหม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ACL ของ FixIt — 3 บทบาท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บทบาท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ทำไม่ได้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🙋 ผู้แจ้ง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· ดูใบตัวเอง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 · ดูใบคนอื่น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ช่างซ่อม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ดูทุกใบ · เปลี่ยนสถานะ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ลบใบคนอื่น · แก้หมวดหมู่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🛠️ ผู้ดูแล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ทุกอย่าง + จัดการหมวดหมู่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ให้ AI ร่าง ACL.md — เราอ่านตรวจ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FixIt มีผู้ใช้ 3 บทบาท ผู้แจ้งแจ้งซ่อม ช่างซ่อมแก้งาน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ผู้ดูแลจัดการหมวดหมู่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ช่วยร่างตารางสิทธิ์เป็นไฟล์ ACL.md ให้ผม บทบาท ทำได้ ทำไม่ได้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อ่านแล้วเช็ก ช่อง "ทำไม่ได้" ครบทุกแถวไหม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356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ครบแล้วสั่ง "อ่าน ACL.md แล้วจำกัดปุ่มตามตาราง"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08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ซ่อนปุ่ม ยังไม่ใช่ ความปลอดภัยจริง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ACL ของระบบตัวเองได้ 3 บทบาท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กุญแจคลังข้อมูล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คลังที่ไม่ล็อกกุญแจ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ที่อยู่คลังจะเป็นสาธารณะ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โฟลเดอร์ที่เครื่องมือสร้างเอง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สั่งให้มันแสดงรายการไฟล์ที่จะส่งขึ้นแล้วเราอ่านเอง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ใบงาน (LeaveEasy) ภายในจันทร์ 7 ก.ย. · 🏠 การบ้าน (หัวข้อคุณ) ภายในศุกร์ 11 ก.ย.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20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40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28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