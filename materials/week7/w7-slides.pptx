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A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2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3–4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5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C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คนที่รู้ที่อยู่ตู้ก็ยังอ่านได้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เปรียบเป็นยามเฝ้าประตูตู้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D —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E —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ตอนส่งให้ Claude ให้ชี้ว่า "ผมไม่ได้พิมพ์คำสั่ง git สักตัว ผมเล่าอาการให้มันฟังเฉย ๆ" · ย้ำปิดท้ายว่าไม่มีงานของใครหาย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 push ขึ้น GitHub แล้วซ้อมงานชนกันกับตัวเอง"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F —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 "ผมตรวจ commit รายคนด้วยนะครับ สัปดาห์นี้ repo อยู่บน GitHub แล้ว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 git pull ก่อนเริ่มงานทุกครั้ง เพราะ repo อยู่บน GitHub แล้ว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อธิบายได้ว่าบทบาทมาจาก Persona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ตู้ที่ไม่ล็อกกุญแจ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ที่อยู่ตู้จะเป็นสาธารณะ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node_modules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เราตรวจด้วย git status 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ตรวจ git status → push → กวาดตาดูหน้า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สมมติว่ามีการแก้ไฟล์ไว้บน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ส่งให้ Claude → มันรวมให้ → push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ส่งผ่าน Google Classroom แนบลิงก์ · ศุกร์ 11 ก.ย. 23:59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 + ซ้อมงานชนกัน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50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