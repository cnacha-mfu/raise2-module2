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ผมจะถามทุกคนตอนตรวจงานด้วยประโยคเดียว กรอก ปิด เปิดใหม่ ยังอยู่ไหม" · ย้ำว่าสี่ข้อนี้คือของจับต้องได้ ตอนบ่ายทำกับ LeaveEasy แล้วการบ้านทำกับหัวข้อตัวเอง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คือของใหม่จริงของวันนี้ เพราะบ่ายนี้โค้ดของคุณจะไปอยู่บน GitHub 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A (ขั้นที่ 1) · จบแล้วกลับเข้าสไลด์หน้า 13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2) · จบแล้วกลับเข้าสไลด์หน้า 21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3–4) · จบแล้วกลับเข้าสไลด์หน้า 24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5) · จบแล้วกลับเข้าสไลด์หน้า 26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ของคุณคือประโยคนี้เป๊ะ ๆ 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"ในหัวข้อของคุณ ตัว C คือปุ่มอะไร" ให้ตอบในแชทคนละ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ถามห้องว่าหัวข้อของคุณมีผู้ใช้กี่แบบ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C (ขั้นที่ 6) · จบแล้วกลับเข้าสไลด์หน้า 36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คนที่รู้ที่อยู่คลังก็ยังอ่านได้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เปรียบเป็นยามเฝ้าประตูคลัง · พูดว่า "กฎละเอียดรายห้องเป็นเรื่องใหญ่ของสัปดาห์หน้า วันนี้เราใส่กุญแจประตูหน้าบ้านหนึ่งดอกก่อน ต้องล็อกอินก่อนถึงเข้าบ้านได้"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D (ขั้นที่ 7) · จบแล้วกลับเข้าสไลด์หน้า 43 ·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"ช่วงนี้สั้นครับ 12 นาที เพราะคำสั่ง git เราให้ Claude จัดการให้หมด สิ่งที่ผมจะสอนคือสามอย่างที่ AI ทำแทนคุณไม่ได้" · บอกว่าบ่ายนี้เป็นครั้งแรกที่โค้ดของคุณไปอยู่บน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"คุณไม่ต้องจำคำสั่ง git สักตัวครับ พิมพ์บอก Claude เป็นภาษาไทยได้เลยว่าอยากทำอะไร" · ย้ำข้อสาม "ผมเปิดประวัติ repo ดูได้ว่าใครพิมพ์บ้าง และผมดูทุกสัปดาห์ ไม่ใช่รอตอนจบ"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อ่านทีละข้อช้า ๆ · ข้อ 1 "ทำอะไรสำเร็จหนึ่งอย่าง สั่ง commit ทันที นั่นคือหน้าที่คุณ" · ข้อ 2 จะขยายในสไลด์ถัดไป · ข้อ 3 "ไม่ต้องอ่านเครื่องหมายอะไรเป็น เห็นคำว่า conflict ก็ส่งให้ Claude"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เล่าเคสจริงสั้น ๆ ว่าคีย์หลุดขึ้น repo สาธารณะเกิดขึ้นบ่อยมาก · เตือน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"ผมให้คุณยกคำสั่ง git ให้ AI ทำ แต่มีเงื่อนไขข้อเดียว — commit ก่อน" · ย้ำว่าเวลาสั่งให้ AI จัดการ git ให้ขอแผนก่อนเหมือนเดิม "จะทำอะไรบ้าง บอกผมก่อน"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E (ขั้นที่ 8–9) · จบแล้วกลับเข้าสไลด์หน้า 50 · นี่คือจุดที่ตั้งใจให้พังจุดที่ 2 ห้ามตัด · ตอน push ถูกปฏิเสธให้พูดว่า "เห็นไหมครับ ผมเองก็เจอ ทีนี้มาดูกันว่ากู้ยังไงใน 3 นาที" · ตอนส่งให้ Claude ให้ชี้ว่า "ผมไม่ได้พิมพ์คำสั่ง git สักตัว ผมเล่าอาการให้มันฟังเฉย ๆ" · ย้ำปิดท้ายว่าไม่มีงานของใครหาย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อ่านออกเสียงทั้งสี่ข้อ แล้วปิดด้วย "สังเกตนะครับ ไม่มีข้อไหนบอกให้คุณท่องคำสั่ง git เลย" · เชื่อมเข้าบ่าย — "ใบงานส่วน A บ่ายนี้ให้คุณ push ขึ้น GitHub แล้วซ้อมงานชนกันกับตัวเอง"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"ครึ่งชั่วโมงสุดท้ายของเช้าครับ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F (ขั้นที่ 10) · จบแล้วกลับเข้าสไลด์หน้า 57 ·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บ่ายนี้คุณจะได้ความรู้สึกนี้กับ LeaveEasy ของตัวเอง แล้วแลก URL กับเพื่อนด้วย"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ย้ำว่าส่ง URL repo กับ URL เว็บออนไลน์ อย่างเดียว ไม่ต้องแนบไฟล์ ผู้สอนเปิด GitHub ตรวจเอง · "ผมตรวจ commit รายคนด้วยนะครับ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แล้วหัวข้อของคุณ ตัว C คือปุ่มอะไร" ให้ทุกคนพิมพ์คำตอบในแชทก่อนพักเที่ยง · ย้ำว่าช่องขวาสุดเติมเองในใบการบ้าน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ย้ำว่าบ่ายนี้ทุกคนทำ LeaveEasy เหมือนกัน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"คนนำจอเปลี่ยนทุก Checkpoint แต่ทุกคนทำบนเครื่องตัวเองตลอด" · ย้ำว่าก่อนเริ่มงานทุกครั้ง ให้พิมพ์บอก Claude ว่า "ช่วยดึงงานล่าสุดจาก GitHub ลงมาก่อน" เพราะ repo อยู่บน GitHub แล้ว · วางลิงก์ตารางห้องย่อยในแชทก่อนพักเที่ยง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ที่เพื่อนเปิดได้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กุญแจประตูหน้าบ้าน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เมื่อโค้ดอยู่สองที่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11:22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ปัญหาที่ทุกคนเจอเมื่อสัปดาห์ที่แล้ว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อธิบายได้ว่าบทบาทมาจาก Persona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กุญแจประตูหน้าบ้าน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คลังที่ไม่ล็อกกุญแจ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ที่อยู่คลังจะเป็นสาธารณะ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เมื่อโค้ดอยู่สองที่ ⭐ ⏱ 11:10–11:22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บ่ายนี้โค้ดของคุณขึ้น GitHub 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บ่ายนี้โค้ดของคุณจะขึ้น GitHub — ที่เก็บงานบนอินเทอร์เน็ต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คำสั่ง git ทั้งหมด ให้ Claude ทำให้ — ไม่ต้องท่อง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แต่ commit ต้องเป็นชื่อคุณ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อย่างที่ AI ทำแทนคุณไม่ได้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บอกว่าเมื่อไรควร commit — AI ไม่รู้ว่าตรงไหนคือ "ใช้ได้แล้ว"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.gitignore ก่อน push — เป็นการตัดสินใจ ไม่ใช่คำสั่ง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สังเกตว่าตอนนี้งานชนกันแล้ว — แล้วส่งให้ Claude 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โฟลเดอร์ที่เครื่องมือสร้างเอง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สั่งให้มันแสดงรายการไฟล์ที่จะส่งขึ้นแล้วเราอ่านเอง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ก่อนให้ AI แตะ git — commit 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commit แล้ว เอากลับมาได้เสมอ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ยังไม่ commit หายแล้วหายเลย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สั่ง git ผิดได้ — commit คือตาข่ายรองรับ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วงจร 4 จังหวะเดิม ใช้กับ git ด้วย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push ขึ้น GitHub แล้วทำให้งานชนกัน ⏱ 11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→ อ่านรายการไฟล์ที่จะส่งขึ้น → push → กวาดตาดูหน้า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สมมติว่ามีการแก้ไฟล์ไว้บน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เราแก้ไฟล์เดียวกันในเครื่อง → push → ถูกปฏิเสธ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ส่งให้ Claude → มันรวมให้ → push ผ่าน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รู้ว่าคำสั่ง git ทั้งหมด ให้ Claude ทำให้ได้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3 อย่างที่ AI ทำแทนไม่ได้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commit ก่อนให้ AI แตะ git 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11:22–11:55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ใบงาน (LeaveEasy) ภายในจันทร์ 7 ก.ย. · 🏠 การบ้าน (หัวข้อคุณ) ภายในศุกร์ 11 ก.ย.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 + ซ้อมงานชนกัน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50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เพิ่ม แก้ ลบ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30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ไม่ล็อกอินอ่านไม่ได้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กับเพื่อน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CP4 เพื่อนเปิดได้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ห้ามให้คนอื่นพิมพ์แทน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ในหัวข้อของคุณคืออะไร?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