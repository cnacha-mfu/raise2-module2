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19 นาที จบ 09:50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ชี้บรรทัดสุดท้ายแล้วย้ำให้ชัด "ในคอร์สนี้พวกคุณไม่ต้องติดตั้งอะไรเองและไม่ต้องจำชื่อเครื่องมือครับ · ติดอะไรก็พิมพ์บอก Claude เป็นภาษาไทยว่าเครื่องผมยังไม่มีตัวนี้ ช่วยติดตั้งให้ที แล้วมันจะพาทำทีละขั้น"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 · ย้ำกล่องเหลือง "ชั้นที่สองไม่ต้องจำคำสั่งนะครับ พิมพ์ภาษาไทยบอกมันแบบนี้เลย"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ย้ำว่าทั้งสี่ขั้นไม่มีคำสั่งให้ท่องสักตัว "ทุกบรรทัดคือการพิมพ์บอก Claude เป็นภาษาไทย เหมือนที่เราทำกับ git ทั้งเดือน"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33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09:31–09:50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เครื่องมืออื่นที่เครื่องต้องมี — ให้ Claude ตรวจและติดตั้งให้ ไม่ต้องจำชื่อ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4261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2960" y="264261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ชั้นที่ 2 — พิมพ์บอก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2666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ช่วยย้อนไฟล์ทั้งหมดกลับไปหมุดล่าสุดให้ผม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27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068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บอก Claude ให้ย้อน ใช้ได้เสมอ แม้ปิดหน้าต่างหรือพังข้ามวัน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บอก Claude ให้เริ่มเก็บประวัติ แล้วปักหมุดแรก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บอก Claude ว่า "ช่วยเปิดเว็บนี้ให้ผมดูในเบราว์เซอร์"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บอก Claude ให้เริ่มเก็บประวัติ + ปักหมุดแรก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Claude ว่า "ช่วยเปิดเว็บนี้ให้ผมดูในเบราว์เซอร์"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รู้ว่าเครื่องมือที่เครื่องต้องมี ให้ Claude ติดตั้งให้ได้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09:50–10:23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