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ให้ผมเห็นว่าใครมาครบ"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ใช้เวลาไม่เกิน 2 นาที อย่าไล่อ่าน CV · ชี้บรรทัดที่สองแล้วเล่าสั้น ๆ ว่า "ผมเคยทำระบบมาหลายวงการมาก ตั้งแต่ระบบสายการบินที่ต้องจัดน้ำหนักสินค้าขึ้นเครื่อง ไปจนถึงระบบเอกสารของธนาคาร แต่ละวงการคิดไม่เหมือนกันเลยครับ สิ่งที่ได้คือการมองให้ออกก่อนว่าธุรกิจแบบนั้นต้องการอะไรจริง ๆ แล้วค่อยลงมือสร้าง — ซึ่งเป็นสิ่งเดียวกับที่ผมอยากให้พวกคุณฝึกในสี่สัปดาห์นี้" · ชี้บรรทัดที่สี่ "ผมสนใจเรื่อง startup เป็นพิเศษ เคยร่วมก่อตั้งบริษัทมาเอง และทุกวันนี้ทำวิจัยเรื่องให้ AI ช่วยเขียนโค้ด ซึ่งเป็นเรื่องเดียวกับที่เราจะใช้กันทั้งหลักสูตร" · ปิดด้วยบรรทัดสุดท้าย "ติดอะไรทักมาได้เลยครับ ไม่ต้องรอถึงวันเสาร์"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"หายทุกคนครับ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ตอนบ่ายคุณจะทำครบทั้งสี่ข้อกับ LeaveEasy แล้วการบ้านทำซ้ำกับหัวข้อของตัวเอง"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ไล่ทีละบรรทัด ย้ำหนัก ๆ ว่า "บ่ายนี้ทุกคนทำ LeaveEasy พร้อมกันทีละขั้น เพราะเป็นระบบเดียวกัน ติดตรงไหนช่วยกันได้ทันที · แล้วการบ้านคือทำสิ่งเดียวกันนี้ซ้ำกับหัวข้อของตัวเอง" · 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ย้ำว่าต้นแบบของตัวเองจาก Module 1 ก็เป็นแบบเดียวกัน · บอกล่วงหน้าว่าบ่ายนี้จะ fork repo LeaveEasy ไปเป็นของตัวเองบน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จังหวะแรกที่ให้ห้องลงมือ ห้ามข้าม · อ่านออกเสียงแล้วพูดว่า "พิมพ์คำเดียวในแชทเลยครับ ไม่ต้องคิดนาน" · รอจนมีคำตอบอย่างน้อย 10 คน แล้วอ่านออกเสียง 4–5 อัน · เกือบทั้งห้องจะตอบว่า "ดี" · พูดว่า "เห็นไหมครับ พวกคุณเพิ่งทำสิ่งเดียวกับที่ AI ทำ" แล้วค่อยกดสไลด์ถัดไป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เฉลยต่อจากที่ห้องเพิ่งตอบ — "ที่พวกคุณตอบว่าดีกันเกือบหมด ไม่ใช่เพราะรู้จักอากาศวันนี้นะครับ แต่เพราะเคยได้ยินประโยคแบบนี้มาเยอะ · AI ทำแบบเดียวกันเป๊ะ" · ชี้บรรทัดสุดท้าย "และโค้ดก็คือข้อความแบบหนึ่ง มันจึงเขียนโค้ดด้วยวิธีเดียวกันนี้" · ปิดด้วย "ส่วนคณิตศาสตร์ข้างในโมเดล ไม่ต้องรู้เลยครับ ไม่มีผลกับงานของคุณ"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หยุดที่บรรทัด 🙋 รอให้มีมืออย่างน้อย 5 อันก่อนไปต่อ แล้วขอให้ 1 คนเล่าสั้น ๆ ว่าเจอเรื่องอะไร (30 วินาที) — เรื่องจริงจากเพื่อนร่วมห้องจำได้ดีกว่าที่ผู้สอนเล่าเอง · ย้ำบรรทัดสอง "เวลามันผิด มันไม่ได้พูดเสียงสั่นนะครับ มั่นใจเท่าตอนถูกเป๊ะ นั่นแหละคือสิ่งที่อันตราย" · เชื่อมทันทีว่า "คุณคือคนที่รู้ว่าธุรกิจคุณต้องการอะไร มันไม่รู้ — วิธีที่เราจะใช้ทั้งหลักสูตรจึงเริ่มจากให้มันเขียนแผนมาให้เราตรวจก่อน"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ก่อนเฉลยบรรทัดสาม ให้พิมพ์ ไทย หรือ อังกฤษ ในแชท · ส่วนใหญ่จะตอบผิดว่าอังกฤษ · เฉลยว่า "ภาษาไทยครับ ถูกหั่นละเอียดกว่า ประโยคเท่ากันเรากินโทเคนมากกว่า" แล้วรีบบอกว่า "ข้อนี้ไม่ต้องทำอะไรนะครับ ขอให้รู้ไว้เฉย ๆ" · พูดว่า "ทีนี้มาดูว่ามันอ่านข้อความของเรายังไง" · ชี้บรรทัดสาม "ข้อนี้ไม่ต้องทำอะไรนะครับ ขอให้รู้ไว้เฉย ๆ" · ปิดด้วย "การพิมพ์สั้นแต่ชัด จึงไม่ได้ประหยัดเวลาอย่างเดียว ประหยัดเงินด้วย"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สไลด์ที่สำคัญที่สุดของช่วงนี้ · ชี้กล่องซ้ายไปขวาทีละใบ พูดว่า "ทุกอย่างที่ AI ใช้คิด ต้องวางอยู่บนโต๊ะตัวนี้ทั้งหมด — คำสั่งของคุณ ไฟล์ที่มันเปิดอ่าน และบทสนทนาทั้งหมดตั้งแต่เช้า" · หยุดที่กล่องเข้มขวาสุดแล้วย้ำ "แล้วโต๊ะตัวนี้มีขนาดจำกัดครับ ศัพท์ทางการเรียกว่า Context Window" · อย่ารีบข้าม รอให้ห้องพยักหน้าก่อนไปต่อ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· ให้ตัวเลือกปากเปล่า 3 ข้อแล้วให้พิมพ์เลขในแชท — "หนึ่ง คำสั่งล่าสุดที่คุณเพิ่งพิมพ์ · สอง ไฟล์ที่มันเปิดอ่าน · สาม ข้อตกลงที่คุยกันไว้ตอนต้น" · รอคำตอบ 10 วินาที · คนส่วนใหญ่จะตอบข้อหนึ่ง ซึ่งผิด · แล้วค่อยกดสไลด์ถัดไปเฉลย — ความรู้สึกว่าเดาผิดคือสิ่งที่ทำให้จำได้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ย้ำบรรทัดสุดท้ายให้หนัก "เวลาเจอแบบนี้ อย่าเพิ่งคิดว่าตัวเองสั่งไม่เป็นนะครับ โต๊ะมันเต็ม เท่านั้นเอง" · ปิดช่วงว่า "สามข้อที่เพิ่งเล่า — เดาเก่งไม่ใช่รู้จริง · โทเคนคือเงิน · โต๊ะมีจำกัด — คือเหตุผลของทุกอย่างที่เราจะทำกันวันนี้ เดี๋ยวช่วงสุดท้ายก่อนพักเที่ยงเราจะกลับมาที่โต๊ะตัวนี้อีกครั้ง ตอนที่คุณเห็นอาการจริงกับตาแล้ว"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อ่านตัวเลือกให้ฟัง — "หนึ่ง เปิดหน้าเว็บแชท ถามแล้วคัดลอกคำตอบไปใช้ · สอง มันเข้าไปแก้ไฟล์ในเครื่องคุณเอง" · รอให้ตัวเลขวิ่งในแชทสัก 15 วินาที เกือบทั้งห้องจะตอบ 1 · พูดว่า "แทบทุกคนตอบหนึ่งครับ — สี่สัปดาห์นี้เราจะย้ายไปแบบสอง มาดูกันว่าต่างกันยังไง"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สไลด์ที่อธิบายว่าทำไมคอร์สนี้ไม่ใช้หน้าเว็บแชท · ชี้แถบบนทีละกล่อง "แบบที่ทุกคนคุ้น คือเราถาม มันตอบเป็นข้อความ แล้วเราต้องคัดลอกไปวางเองทีละไฟล์ ผิดไฟล์เมื่อไรก็พัง" · ชี้แถบล่าง "ส่วน coding agent เราบอกแค่เป้าหมาย มันเปิดไฟล์ในเครื่องเราเอง แก้เอง รันเอง อ่าน error เอง แล้วแก้ต่อ" · ย้ำกล่องเข้มขวาสุดของแถบล่าง "หน้าที่ที่เหลือของเราคือตรวจ ซึ่งเป็นงานที่คุณทำได้แม้ไม่เคยเขียนโปรแกรม"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ถามบรรทัด 🙋 ก่อนอธิบาย · คำตอบคือ ทำไม่ได้เลยทั้ง 5 ข้อ ถ้าไม่ให้มันเข้าถึงเครื่องเรา — เฉลยแล้วห้องจะเข้าใจทันทีว่าทำไมคอร์สนี้ไม่ใช้หน้าเว็บแชท · จากนั้นอ่านไล่ทีละข้อ แล้วผูกกับสิ่งที่ผู้เรียนจะเห็นวันนี้ — "ข้อหนึ่งกับข้อสองคุณจะเห็นตอนสาธิตอีกสิบนาที ข้อสามคือตอนที่เดโมพังแล้วผมไม่ต้องแก้เอง ข้อสี่คือตอนสร้าง Firestore ช่วงเกือบเที่ยง ส่วนข้อห้าเก็บไว้สัปดาห์ที่ 8" · ย้ำข้อสำคัญ "มันทำได้เยอะแบบนี้ แปลว่าเวลามันทำผิด มันก็ผิดได้เยอะเหมือนกัน — นี่คือเหตุผลที่เราจะไม่ปล่อยให้มันลงมือก่อนเราตรวจแผน"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อ่านชื่อที่ห้องพิมพ์มา 3–4 อันแล้วไปต่อทันที · อย่าใช้เวลาเกิน 1 นาทีกับสไลด์นี้ จุดประสงค์คือให้รู้ว่ามีทางเลือก ไม่ใช่ให้จำชื่อ · พูดว่า "ทั้งหมดนี้ทำงานด้วยหลักการเดียวกับที่เพิ่งเล่าไปเมื่อกี้ครับ เดาคำถัดไป มีโทเคน มีโต๊ะทำงานที่จำกัด" · ประโยคที่ต้องพูดให้ได้ "คอร์สนี้ใช้ Claude Code เพราะทำงานกับไฟล์ทั้งโปรเจกต์ได้ดีและใช้ภาษาไทยได้ แต่สิ่งที่คุณจะได้กลับไปคือวิธีทำงานกับ AI ซึ่งย้ายไปใช้ตัวไหนก็ได้ ไม่ได้ผูกกับยี่ห้อ" · ถ้ามีคนถามถึงตัวที่ไม่ได้อยู่ในตาราง ให้ตอบว่าหลักการเดียวกันแล้วไปต่อ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"ใคร prototype ยังรันไม่ได้ หรือหาไฟล์ DB Schema ไม่เจอ พิมพ์ชื่อตัวเองในแชทครับ"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คนที่ติดธงแดงมีคิว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แล้วบอกว่าใครพิมพ์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บอกให้ทุกคนแคปสไลด์นี้เก็บไว้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บอกความต่างให้ชัด "เช้านี้ FixIt เริ่มจากโฟลเดอร์เปล่าในเครื่องผม จึงต้องเริ่มเก็บประวัติใหม่ · แต่บ่ายนี้ LeaveEasy อยู่บน GitHub อยู่แล้ว คุณจึงแค่กด Fork มาเป็นของตัวเอง ประวัติติดมาให้เลย ขั้นที่ 3 กับ 4 เหมือนกันทุกอย่าง"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A · จบแล้วกลับเข้าสไลด์หน้า 32 · ก่อนสลับพูดว่า "ทุกคนดูอย่างเดียวนะครับ ยังไม่ต้องทำตาม ตอนบ่ายมีใบงานที่มีทุกขั้นตอนให้ทำเอง" · ย้ำอีกครั้งว่าบ่ายนี้ขั้นที่สองของคุณคือ กดปุ่ม Fork บนเว็บ GitHub ไม่ใช่เริ่มประวัติใหม่แบบที่เห็นในเดโม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32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 · เชื่อมกลับไปที่ต้นคาบว่า "จำที่เล่าตอนเช้าได้ไหมครับว่ามันเดา ไม่ใช่รู้ — วิธีที่จะสอนต่อไปนี้คือวิธีรับมือกับข้อนั้นโดยตรง"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ว่าระบบของคุณทำงานยังไง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อ่านทีละข้อ แล้วพูดว่า "กติกามีข้อเดียวคือมีคนนำจอ ที่เหลือทุกคนทำเองบนเครื่องตัวเอง ไม่มีการแบ่งหน้าที่" · ย้ำว่าคนนำจอต้องเล่าไปทำไป ไม่ใช่เงียบแล้วพิมพ์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B · จบแล้วกลับเข้าสไลด์หน้า 44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"จบในไฟล์เดียว" · แล้วให้ศัพท์ตรงนี้ "วิธีนี้มีชื่อทางการว่า Denormalize แปลว่าจดข้อมูลที่ใช้บ่อยซ้ำไว้ในไฟล์เลย จะได้ไม่ต้องไปเปิดหาที่อื่น เก็บทั้ง reporterId และ reporterName คู่กันไว้" · เตือนล่วงหน้า "ถ้าตอนบ่ายหน้าจอขึ้นแต่รหัสประหลาด ไม่ขึ้นชื่อคน เก้าในสิบคือเก็บแต่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C · จบแล้วกลับเข้าสไลด์หน้า 60 · ช่วงนี้ผู้เรียนต้องตอบเองอย่างน้อย 3 ครั้ง อย่าเฉลยเอง · นี่คือแบบฝึกเดียวกับที่ทำบนกระดาษตอนบ่ายส่วน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"ใครเข้า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หน้าเว็บไปถามคลัง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คนที่รีบไปทำปุ่มบันทึกวันนี้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เชื่อมเว็บกับคลัง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ต่อหน้ารายการให้อ่านจากคลังจริง"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แต่มันคือคลังที่ไม่ล็อกกุญแจ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ตอนสาธิตให้ซูมที่วันหมดอายุแล้วให้ทุกคนจดของตัวเองตอนบ่าย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คือหน้าเว็บที่เปิดดูข้อมูลในคลังด้วยตา มันตอบคำถามนี้ใน 10 วินาที ข้อมูลอยู่ในคลังไหม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w6-demo-fixit.md → บล็อก D · จบแล้วกลับเข้าสไลด์หน้า 71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ดูว่าข้อมูลอยู่ในคลังไหม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15 นาทีครับ เรากลับมาที่โต๊ะทำงานของ AI ที่เล่าไว้ตอนเช้า — แต่รอบนี้คุณเห็นของจริงมาทั้งเช้าแล้ว" · ถามห้องว่า "ใครสังเกตว่าช่วงท้ายเดโม AI เริ่มตอบช้าลงหรือเริ่มลืมบ้างครับ" รอคำตอบ 2–3 อันก่อนไปต่อ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บ่ายนี้คุณจะเจอเองแน่นอน และผมอยากให้คนที่ไม่ได้พิมพ์เป็นคนจับอาการนี้ให้ห้อง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ทายก่อนเฉลย — ก่อนเปิดตาราง ถามห้องว่า "ถ้า AI ตอบถูก 70 เปอร์เซ็นต์ตอนข้อความสั้น พอข้อความยาวขึ้นคุณคิดว่าจะเหลือเท่าไร พิมพ์ตัวเลขในแชท" รอ 10 วินาทีแล้วค่อยชี้ตาราง · ประโยคที่ต้องพูดให้ได้ "ที่ผมบอกว่าคุยยาวแล้วมันเริ่มเพี้ยน ไม่ใช่ความรู้สึกผมคนเดียวนะครับ มีคนวัดไว้แล้ว" · ชี้แถวแรก "เขาทดสอบ AI สิบแปดตัว ทั้ง Claude ทั้ง GPT ทั้ง Gemini ผลออกมาเหมือนกันหมด — พอข้อความยาวขึ้น ความแม่นลดลง แม้จะยังไม่เต็มโต๊ะด้วยซ้ำ" · ชี้แถวสอง "ของ Stanford ชัดกว่านั้น พอเอกสารเยอะขึ้น ความแม่นตกจากเจ็ดสิบกว่าเหลือห้าสิบกว่า และข้อมูลที่อยู่ตรงกลางคือส่วนที่หลุดง่ายที่สุด ต้นกับท้ายจำได้ดี" · ปิดด้วยบรรทัดล่าง "เพราะฉะนั้นอย่ารอให้เต็มแล้วค่อยจัดการครับ" · 🔗 ลิงก์ไว้เปิดถ้ามีคนถาม: trychroma.com/research/context-rot และ arxiv.org/abs/2307.03172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"บ่ายนี้ขอให้ทุกคนได้ใช้จริงอย่างน้อยหนึ่งครั้ง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คนที่คุยยาวโดยไม่จัดการความจำ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"ส่ง URL อย่างเดียวครับ ไม่ต้องแนบไฟล์ ผมเปิด GitHub ตรวจเอง" · อธิบายว่าบ่ายนี้จะกดปุ่ม Fork ก๊อปปี้ repo LeaveEasy มาไว้ในบัญชีตัวเอง แล้วทุก commit จะอยู่ที่นั่น · ย้ำ "ผมดูประวัติได้ว่าใครพิมพ์บ้าง คนที่ไม่มี commit ในชื่อตัวเองถือว่าไม่ผ่าน" · บอกว่าภาพหน้า Firebase Console ที่ GitHub มองไม่เห็น ให้เก็บเข้าโฟลเดอร์ docs ในโปรเจกต์แล้ว commit ไปด้วย ใบงานมีวิธีเขียนไว้แล้ว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แล้วหัวข้อของคุณ โฟลเดอร์หลักคืออะไร" ให้ทุกคนพิมพ์คำตอบในแชทก่อนพักเที่ยง · ย้ำว่าช่องขวาสุดต้องเติมเองบนกระดาษตอนบ่าย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เขียนลงกระดาษ เพราะแบบที่คิดไม่เสร็จ สร้างยังไงก็พัง" · ย้ำว่าบ่ายนี้ทุกคนทำ LeaveEasy เหมือนกันหมด แล้วการบ้านทำซ้ำกับหัวข้อของตัวเอง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ย้ำข้อสองให้หนักที่สุด "ขั้น A2 บ่ายนี้จะมีหน้าต่างของ GitHub เด้งขึ้นมาให้ล็อกอิน กด Sign in with your browser แล้ว Authorize ครับ ทำครั้งเดียวใช้ได้ทั้งสี่สัปดาห์ · ห้ามพิมพ์รหัสผ่านหรือโทเคนลงในช่องแชทของ Claude เด็ดขาด ถ้า terminal ขอ username กับ password ให้กด Ctrl C ยกเลิกแล้วเรียก TA" · บอกล่วงหน้าเลยว่า "ตอนนั้นจอ Claude จะนิ่งเหมือนค้างนะครับ มันรอคุณกดอยู่ · ถ้าไม่เห็นหน้าต่าง กด Alt Tab มันไปซ่อนหลังจออื่น · กดเสร็จแล้วครั้งต่อ ๆ ไป Claude ส่งขึ้น GitHub ให้เองเงียบ ๆ คุณยังสั่ง git เป็นภาษาไทยได้เหมือนเดิมทุกอย่าง" · ให้ทุกคนเปิด github.com ล็อกอินค้างไว้ตั้งแต่ตอนพักเที่ยง จะได้ไม่ติดพร้อมกันทั้งห้อง · ย้ำข้อสามว่า "คนที่ไม่มี commit เลยตลอด Module ถือว่าไม่ผ่าน แม้ระบบจะทำงานได้" · อธิบายข้อสาม "screenshot ต้องมาจากเครื่องคุณ ไม่ใช่จอของคนนำ"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บ่ายนี้ระบบของคุณจะเริ่มมีความจำจริง ๆ ใครกลับมาเร็ว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· 🧠 AI และ coding agent ทำงานยังไง ⏱ 09:00–09:27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👋 ผู้สอนของ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รศ. ดร. นชา ชลดำรงค์กุล — คณบดีสำนักวิชาเทคโนโลยีดิจิทัลประยุกต์ มฟล.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119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✈️💊📡🏦 เคยทำระบบให้หลายวงการ — สายการบิน · ยา · โทรคมนาคม · ธนาคาร · สุขภาพ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517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🎓 ปริญญาเอกด้านคอมพิวเตอร์ University of Auckland ประเทศนิวซีแลนด์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15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สนใจ startup และการสร้างของใหม่ · 🤖 วิจัยเรื่องให้ AI ช่วยเขียนโค้ด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31384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📮 nacha.cho@mfu.ac.th · ประวัติเต็มที่หน้า ผู้สอน ในเว็บคลังสื่อ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(คลังเก็บข้อมูลที่อยู่ต่อแม้ปิดเบราว์เซอร์)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วันนี้เราต่อคลังเก็บข้อมูลให้ระบบของคุณ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ที่รันเว็บของคุณได้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(คลังเก็บข้อมูลบนคลาวด์)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หน้ารายการที่อ่านข้อมูลจากคลังจริง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ปิด Module (คลิป + Consult)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 เปิดคาบ · 🧠 AI ทำงานยังไง + coding agent คืออะไร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09:27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09:51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10:23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10:33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11:05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11:35  จัดการความจำของ AI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ตัวละคร 3 ตัว — เปิดดูต้นแบบก่อน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— ผู้สอนสาธิตตอนเช้า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— ทุกคนลงมือในใบงานบ่ายนี้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หัวข้อของคุณจาก Hackathon — คุณลงมือในการบ้าน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เปิดดูสองตัวแรก: cnacha-mfu.github.io/raise2-module2/materials/shared/prototypes/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ลองกรอกใบใหม่แล้วกดรีเฟรช — ข้อมูลหายหมด 👉 นั่นคือสิ่งที่เราจะแก้วันนี้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"วันนี้อากาศ ______" · คำถัดไปคืออะไร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AI ไม่ได้ "รู้" — มันเดาคำถัดไป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พิมพ์ว่า "วันนี้อากาศ" → AI เดาว่าคำถัดไปคือ "ดี"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มันไม่ได้เข้าใจอากาศ — มันเคยอ่านประโยคแบบนี้มาเป็นล้านครั้ง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เดาทีละคำต่อกันไปเรื่อย ๆ จนได้คำตอบทั้งย่อหน้า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โค้ดก็คือข้อความแบบหนึ่ง — มันจึงเขียนโค้ดด้วยวิธีเดียวกันนี้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เดาเก่ง ไม่เท่ากับ รู้จริง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เดาถูก → คำตอบดูฉลาดมาก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เดาผิด → ตอบมั่ว ด้วยน้ำเสียงมั่นใจเท่ากันเป๊ะ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ศัพท์ทางการเรียกอาการนี้ว่า Hallucination (แต่งเรื่องขึ้นมาเอง)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นี่คือเหตุผลข้อแรกที่เรา ตรวจแผนก่อนให้มันลงมือ 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707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ใครเคยเจอ AI ตอบมั่วแบบมั่นใจบ้าง — พิมพ์ ✋ ในแชท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โทเคน — AI หั่นข้อความเป็นชิ้นก่อนอ่าน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ไม่ได้อ่านเป็นคำแบบเรา — หั่นเป็นชิ้นเล็ก ๆ เรียกว่า โทเคน (token)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84120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นับเป็นโทเคนหมด: ที่คุณพิมพ์ · ไฟล์ที่มันเปิด · คำตอบที่มันเขียน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96056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ภาษาไทยถูกหั่นละเอียดกว่าอังกฤษ ประโยคเท่ากันเรากินโทเคนมากกว่า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07992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💰 โทเคนคือหน่วยคิดเงิน เหมือนค่าน้ำค่าไฟ ใช้เท่าไรจ่ายเท่านั้น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19928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ทายก่อน: ประโยคยาวเท่ากัน ไทยหรืออังกฤษกินโทเคนมากกว่า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Context = โต๊ะทำงานของ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คำสั่งของคุณ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ไฟล์ที่มันเปิด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บทสนทนาทั้งหมด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โต๊ะมีขนาดจำกัด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โต๊ะเต็มแล้ว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โต๊ะเต็มแล้ว — ของชิ้นไหนตกก่อน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คุยกันยาว ๆ โต๊ะจะเต็ม ของเก่าถูกดันตกโต๊ะไป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ชิ้นแรกที่ตก มักเป็น ข้อตกลงที่เราคุยกันไว้ตอนต้น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จู่ ๆ AI ก็ "ลืม" กติกาที่มันเคยทำถูกมาตลอด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มันไม่ได้ดื้อ — ข้อตกลงมันตกโต๊ะไปแล้ว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🙋 ที่ผ่านมาคุณใช้ AI แบบไหน · พิมพ์ 1 หรือ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จากแชทตอบคำถาม สู่ coding agent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💬 แชทธรรมดา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เราถาม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มันตอบเป็นข้อความ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เราคัดลอกไปวางเอง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🤖 coding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เราบอกเป้าหมาย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มันลงมือในเครื่องเรา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เราตรวจ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coding agent ทำอะไรได้บ้าง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📂 เปิดอ่านไฟล์ในโปรเจกต์เราเองทั้งโฟลเดอร์ ไม่ต้องคัดลอกไปวาง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52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✏️ แก้ไฟล์หลายไฟล์พร้อมกัน ให้สอดคล้องกัน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582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▶️ รันคำสั่งแล้วอ่านผลเอง — เจอ error ก็แก้ต่อโดยไม่ต้องถามเรา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980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🌐 ทำงานกับบริการภายนอกได้ เช่น สร้างฐานข้อมูล นำเว็บขึ้นออนไลน์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378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สั่งให้ตรวจงานตัวเองได้ — สัปดาห์ที่ 8 กับ 9 เราจะใช้ข้อนี้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9809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ข้อไหนที่หน้าเว็บแชทธรรมดาทำไม่ได้เลย — พิมพ์เลขข้อในแชท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ตัวที่คนใช้กันตอนนี้ — เปลี่ยนได้ วิธีคิดไม่เปลี่ยน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เครื่องมือ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ใช้ที่ไหน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Claude Code ⭐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(terminal) — คอร์สนี้ใช้ตัวนี้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GitHub Copilot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ในโปรแกรมเขียนโค้ด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Cursor · Windsurf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โปรแกรมเขียนโค้ดที่มี AI ในตัว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Gemini CLI · Codex CLI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พิมพ์คำสั่ง เหมือน Claude Code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477316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🙋 เคยได้ยินหรือเคยใช้ตัวไหนบ้าง พิมพ์ชื่อในแชท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09:27–09:51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หัวข้อเดิมจาก Hackathon คนละ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09:51–10:23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ในห้องย่อยทำงานกันอย่างไร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ตกลงกันว่า รอบนี้ใครนำจอ — คนนำจอแชร์จอแล้วเล่าไปทำไป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⌨️ ทุกคนพิมพ์เองบนเครื่องตัวเอง ไปพร้อมกัน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🔍 ใครเห็นว่าแผนของ AI ข้อไหนไม่ใช่ ให้พูดขึ้นมาทันที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🔁 ถึง Checkpoint แล้วสลับคนนำจอ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บอกได้ว่าจังหวะไหนเป็นหน้าที่ของเรา ไม่ใช่ของ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10:33–11:05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พร้อมวาดแบบของหัวข้อของคุณบนกระดาษ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11:05–11:35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คลังเก็บข้อมูลบนคลาวด์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หน้าเว็บถามคลัง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เปิดคลังโหมดทดสอบ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ประตูคลังยังเปิดอยู่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คลังที่ใครมีที่อยู่ก็เปิดอ่านเขียนได้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สร้างคลัง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เชื่อมเว็บกับคลัง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ต่อหน้ารายการอ่านจากคลังจริง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จัดการความจำของ AI ⏱ 11:35–11:50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ไม่ใช่ความรู้สึกเรา — มีงานวิจัยวัดไว้แล้ว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ใครวัด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วัดอะไร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ผลที่ได้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Chroma 2568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AI 18 ตัว — Claude · GPT · Gemini · Qwen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ยาวขึ้น แม่นลดลงทุกตัว แม้โต๊ะยังไม่เต็ม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Stanford 2566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หาคำตอบจากเอกสาร 20 ชิ้น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ความแม่นตกจาก 70–75% เหลือ 55–60%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37673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ไม่ใช่ว่าเต็มแล้วค่อยแย่ — ยาวขึ้นเมื่อไรก็เริ่มแย่ลงทันที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ส่งอะไร ส่งเมื่อไร — จำ 2 วันนี้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ทำกับอะไร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ส่งอะไร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ภายใน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LeaveEasy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จันทร์ 31 ส.ค.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🏠 การบ้าน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หัวข้อของคุณ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URL repo บน GitHub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ศุกร์ 4 ก.ย.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LeaveEasy 4 ส่วน 4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ทำอะไรกับ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31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Fork LeaveEasy เข้าบัญชีคุณ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 + commit แรก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25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เขียนโครงสร้าง ลงกระดาษ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กระดาษครบชื่อช่อง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45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ใบลา 5 ใบ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หน้ารายการอ่านจากฐานจริง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Console แล้วเว็บเปลี่ยน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🖥️ กติกาบ่ายนี้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สลับคนนำจอทุก Checkpoint — คนใหม่พิมพ์ชื่อในแชท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ขั้น A2 ล็อกอิน GitHub ครั้งเดียว — เตรียมอีเมลกับรหัสผ่าน GitHub 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ทุกคน commit ในชื่อตัวเอง แล้วส่งขึ้น repo ของตัวเอง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บอกสถานะตัวเองในแชทเสมอ · 📸 โพสต์ screenshot ทุก Checkpoint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