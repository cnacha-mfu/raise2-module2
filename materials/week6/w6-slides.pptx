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repo สองตัวนี้ให้ดูเทียบ ห้ามคัดลอกมาส่งเป็นงานของตัวเอง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บอกว่านี่คือส่วน A ของใบงานบ่ายนี้ทั้งส่วน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สลับไปหน้าจอสาธิตตามสคริปต์ w6-demo-fixit.md บล็อก A · ก่อนสลับพูดว่า "ทุกคนดูอย่างเดียวนะครับ ยังไม่ต้องทำตาม ตอนบ่ายมีใบงานที่มีทุกขั้นตอนให้ทำเอง"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"Denormalize = จดข้อมูลที่ใช้บ่อยซ้ำไว้ในไฟล์เลย จะได้ไม่ต้องไปเปิดหาที่อื่น" · พูดว่า "ถ้าตอนบ่ายชื่อคนไม่ขึ้นบนหน้าจอ ขึ้นแต่รหัสประหลาด 90% 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 นี่คือสิ่งที่เรียกว่าจดซ้ำ"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"เหมือนโต๊ะทำงาน วางกระดาษเพิ่มเรื่อย ๆ ของเก่าถูกดันตกโต๊ะ" · ถามห้องว่า "ใครสังเกตว่าช่วงท้ายเดโม AI เริ่มตอบช้าลงบ้าง" · เชื่อมว่า "เรื่องนี้เรียนหลักการไปแล้วใน Module 1 วันนี้เห็นของจริงกับโปรเจกต์จริง"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แล้วย้ำว่า "หน้าเดียวพอครับ หน้ารายการหน้าเดียวที่อ่านจากฐานจริง หน้าอื่นยังใช้ข้อมูลปลอมได้ ปุ่มเพิ่มแก้ลบเป็นของสัปดาห์หน้า" · ย้ำ commit "ผมเปิดดูประวัติได้ว่าใครพิมพ์บ้าง"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Sprint 1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10:10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10:20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11:25  Context และ Token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ตัวละคร 3 ตัวของทุกสัปดาห์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ใครลงมือ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ระบบแจ้งซ่อมออนไลน์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ผู้สอนสาธิตตอนเช้า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ระบบขอลาออนไลน์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ทุกคน — ในใบงานบ่ายนี้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👤 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โจทย์จาก Hackathon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คุณ — ในการบ้าน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เปิดดูต้นแบบก่อน — จะได้เห็นภาพปลายทาง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(ผู้สอนใช้สาธิต) · https://cnacha-mfu.github.io/raise2-module2/materials/shared/prototypes/fixit/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5488"/>
            <a:ext cx="10545775" cy="1281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(ทุกคนทำในใบงานบ่ายนี้) · https://cnacha-mfu.github.io/raise2-module2/materials/shared/prototypes/leaveeasy/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520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 แล้วกดรีเฟรช — ข้อมูลหายหมด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50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นั่นคือสิ่งที่เราจะแก้วันนี้: ทำให้ระบบ จำได้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381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💻 อยากดูโค้ด: github.com/cnacha-mfu/fixit และ /leaveeasy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10:20–10:55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ทางแก้ — จดชื่อซ้ำไว้ในไฟล์เลย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ศัพท์ทางการเรียกว่า Denormalize (จดซ้ำ)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เก็บทั้ง reporterId และ reporterName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เปิดไฟล์ใบเดียว ได้ครบทุกอย่างที่ต้องแสดง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ไม่ต้องวิ่งไปเปิดโฟลเดอร์อื่น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10:55–11:25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สังเกตไหม — เราคุยกับ AI มายาวมากแล้ว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บทสนทนาเดียว ตั้งแต่ 9 โมงจนถึงตอนนี้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 — มีขีดจำกัด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Token = หน่วยนับข้อความที่กินความจำนั้น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เต็มแล้วของเก่าจะเลือนไป — ข้อตกลงตอนเช้าหายก่อน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ของคุณ ที่รันเว็บ prototype 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Firestore มีข้อมูลจริง — เปิด Console แล้วเห็น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หน้ารายการอ่านจากฐานจริง + commit อย่างน้อย 2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4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 เข้า repo ของคุณ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เว็บขึ้นจาก repo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บนเครื่องตัวเอง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📸 โพสต์ screenshot ทุก Checkpoint จากเครื่องคุณ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