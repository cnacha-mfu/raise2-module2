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20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"ก่อนจะสอนวิธีสั่งงาน ผมขอเล่าก่อนว่าข้างใน AI เกิดอะไรขึ้น โดยไม่มีคณิตศาสตร์เลยสักตัว" · เขียนคำว่า "วันนี้อากาศ" บนกระดานแล้วถามห้องว่า "คำถัดไปน่าจะเป็นอะไรครับ" รอคำตอบในแชทก่อนเฉลย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34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50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หน้าเว็บไปถามตู้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เชื่อมเว็บกับตู้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ต่อหน้ารายการให้อ่านจากตู้จริง"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แต่มันคือตู้ที่ไม่ล็อกกุญแจ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คือหน้าเว็บที่เปิดดูข้อมูลในตู้ด้วยตา มันตอบคำถามนี้ใน 10 วินาที ข้อมูลอยู่ในตู้ไหม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61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ดูว่าข้อมูลอยู่ในตู้ไหม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25 นาทีครับ และผมจะสอนจากสิ่งที่คุณเพิ่งเห็นกับตาทั้งเช้านี้ ไม่ใช่จากทฤษฎี"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"เราคุยกับ AI มาบทสนทนาเดียว ตั้งแต่ 9 โมงจนถึงตอนนี้ครับ ผมจะเล่าว่าข้างในมันเก็บของยังไง"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เชื่อมเข้าสไลด์ถัดไปว่า "ทีนี้มาดูว่าอาการจริงหน้าตาเป็นยังไง จะได้จับได้ตอนบ่าย"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E · จบแล้วกลับเข้าสไลด์หน้า 69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(ตู้เก็บข้อมูลที่อยู่ต่อแม้ปิดเบราว์เซอร์)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วันนี้เราต่อตู้เก็บข้อมูลให้ระบบของคุณ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(ตู้เก็บข้อมูลบนคลาวด์)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หน้ารายการที่อ่านข้อมูลจากตู้จริง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09:08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09:33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10:11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10:21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10:53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11:23  Context และ Token — AI จำอะไรได้แค่ไหน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09:08–09:33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09:33–10:11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10:21–10:53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10:53–11:23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ตู้เก็บข้อมูลบนคลาวด์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หน้าเว็บถามตู้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เปิดตู้โหมดทดสอบ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ประตูตู้ยังเปิดอยู่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ตู้ที่ใครมีที่อยู่ก็เปิดอ่านเขียนได้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สร้างตู้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เชื่อมเว็บกับตู้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ต่อหน้ารายการอ่านจากตู้จริง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Context และ Token ⏱ 11:23–11:50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2440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