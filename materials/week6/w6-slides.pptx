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 1 นาทีครึ่ง ไม่ต้องลงรายละเอียดบริษัท · อธิบายคอลัมน์ขวาให้ชัดเพราะเป็นสิ่งเดียวที่ต้องจำ — 🔒 "แบบขาย เราส่งข้อความไปหาเครื่องเขา จ่ายตามที่ใช้ ไม่ต้องมีเครื่องแรง" · 🔓 "แบบเปิด เขาแจกไฟล์โมเดลให้โหลดมารันในเครื่องตัวเองได้ฟรี แต่ต้องมีเครื่องแรงพอ ซึ่งส่วนใหญ่เราไม่มี" · ประโยคที่ต้องพูด "คอร์สนี้ใช้ Claude แต่ไม่ได้แปลว่าตัวอื่นแย่นะครับ ทุกตัวทำงานด้วยหลักการเดียวกับที่เพิ่งเล่าไป" · โยงไปข้างหน้า "สัปดาห์ที่ 8 พวกคุณจะได้ลองสลับโมเดลเองผ่าน OpenRouter แล้วเทียบว่าตัวไหนตอบดีกว่าสำหรับงานของคุณ" · 💡 อยากใส่โลโก้บริษัทให้สวยขึ้น เปิด .pptx แล้ววางรูปทับคอลัมน์ซ้ายได้เลย ไฟล์ต้นฉบับไม่ต้องแก้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19 นาที จบ 09:50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ชี้บรรทัดสุดท้ายแล้วย้ำให้ชัด "ในคอร์สนี้พวกคุณไม่ต้องติดตั้งอะไรเองและไม่ต้องจำชื่อเครื่องมือครับ · ติดอะไรก็พิมพ์บอก Claude เป็นภาษาไทยว่าเครื่องผมยังไม่มีตัวนี้ ช่วยติดตั้งให้ที แล้วมันจะพาทำทีละขั้น"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 · ย้ำกล่องเหลือง "ชั้นที่สองไม่ต้องจำคำสั่งนะครับ พิมพ์ภาษาไทยบอกมันแบบนี้เลย"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ย้ำว่าทั้งสี่ขั้นไม่มีคำสั่งให้ท่องสักตัว "ทุกบรรทัดคือการพิมพ์บอก Claude เป็นภาษาไทย เหมือนที่เราทำกับ git ทั้งเดือน"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32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33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Consult รายคนว่าระบบของคุณทำงานยังไง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ยังไม่ต้องพูดศัพท์ seed ตรงนี้ เก็บไว้สไลด์ถัดไปที่มีที่อธิบาย · 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71 · หยุดที่บรรทัดสองแล้วให้ศัพท์ตรงนี้ครั้งเดียว "คำว่า seed ที่เห็นในเอกสารทุกที่ แปลว่าใส่ข้อมูลตัวอย่างชุดแรกเข้าฐานข้อมูล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วางลิงก์ตารางห้องย่อยในแชทตอนนี้เลย แล้วให้ทุกคนเปิดดูว่าตัวเองอยู่ห้องไหน ก่อนพักเที่ยง จะได้ไม่เสียเวลาหาห้องตอน 13:00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09:31  เครื่องมือพื้นฐาน — ทบทวน Git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"วันนี้อากาศ ______" · คำถัดไปคืออะไร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ใครเป็นคนสร้าง LLM พวกนี้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บริษัท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แบบไหน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Anthropic 🇺🇸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⭐ คอร์สนี้ใช้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OpenAI 🇺🇸 · Google 🇺🇸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GPT · Gemini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🔒 เรียกผ่านเน็ต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Meta 🇺🇸 · Alibaba 🇨🇳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Llama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🇨🇳 · Mistral 🇫🇷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DeepSeek · Mistral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🔓 โหลดมารันเองได้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เครื่องมือที่คนใช้กันตอนนี้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09:31–09:50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เครื่องมืออื่นที่เครื่องต้องมี — ให้ Claude ตรวจและติดตั้งให้ ไม่ต้องจำชื่อ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4261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2960" y="264261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ชั้นที่ 2 — พิมพ์บอก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2666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ช่วยย้อนไฟล์ทั้งหมดกลับไปหมุดล่าสุดให้ผม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27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068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บอก Claude ให้ย้อน ใช้ได้เสมอ แม้ปิดหน้าต่างหรือพังข้ามวัน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บอก Claude ให้เริ่มเก็บประวัติ แล้วปักหมุดแรก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บอก Claude ว่า "ช่วยเปิดเว็บนี้ให้ผมดูในเบราว์เซอร์"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บอก Claude ให้เริ่มเก็บประวัติ + ปักหมุดแรก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Claude ว่า "ช่วยเปิดเว็บนี้ให้ผมดูในเบราว์เซอร์"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รู้ว่าเครื่องมือที่เครื่องต้องมี ให้ Claude ติดตั้งให้ได้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09:50–10:23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ใส่ข้อมูล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ใส่ข้อมูล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ใส่ข้อมูลตัวอย่างชุดแรก — ศัพท์เรียกว่า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ใส่ใบลาตัวอย่าง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เปิดตารางห้องย่อยที่ลิงก์ในแชท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75176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5429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