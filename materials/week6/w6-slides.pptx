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46BF47-F8A7-4C8B-9AE3-0551191754E0}" type="datetimeFigureOut">
              <a:rPr lang="th-TH" smtClean="0"/>
              <a:t>27/08/69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1A7D6E-238E-4C3B-8DEC-52D3214297C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234154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 · ย้ำกล่องเหลือง "ชั้นที่สองไม่ต้องจำคำสั่งนะครับ พิมพ์ภาษาไทยบอกมันแบบนี้เลย"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ยังไม่ต้องพูดศัพท์ seed ตรงนี้ เก็บไว้สไลด์ถัดไปที่มีที่อธิบาย · 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หยุดที่บรรทัดสองแล้วให้ศัพท์ตรงนี้ครั้งเดียว "คำว่า seed ที่เห็นในเอกสารทุกที่ แปลว่าใส่ข้อมูลตัวอย่างชุดแรกเข้าฐานข้อมูล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39949"/>
            <a:ext cx="10545775" cy="208666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</a:t>
            </a:r>
            <a:r>
              <a:rPr sz="54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วันนี้อากาศ</a:t>
            </a:r>
            <a:r>
              <a:rPr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______"  </a:t>
            </a:r>
            <a:br>
              <a:rPr lang="th-TH" sz="54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</a:br>
            <a:r>
              <a:rPr sz="54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คำถัดไปคืออะไร</a:t>
            </a:r>
            <a:endParaRPr sz="54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4261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64261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ชั้นที่ 2 — พิมพ์บอก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2666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ช่วยย้อนไฟล์ทั้งหมดกลับไปหมุดล่าสุดให้ผม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27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68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บอก Claude ให้ย้อน ใช้ได้เสมอ แม้ปิดหน้าต่างหรือพังข้ามวัน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บอก Claude ให้เริ่มเก็บประวัติ + ปักหมุดแรก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09:50–10:23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ใส่ข้อมูล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ใส่ข้อมูล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ใส่ข้อมูลตัวอย่างชุดแรก — ศัพท์เรียกว่า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37160" rtlCol="0" anchor="ctr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64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6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64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ใส่ใบลาตัวอย่าง 5 ใบ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11045</Words>
  <Application>Microsoft Office PowerPoint</Application>
  <PresentationFormat>Widescreen</PresentationFormat>
  <Paragraphs>658</Paragraphs>
  <Slides>87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Aptos</vt:lpstr>
      <vt:lpstr>Arial</vt:lpstr>
      <vt:lpstr>Calibri</vt:lpstr>
      <vt:lpstr>Consolas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Nacha Chondamrongkul</cp:lastModifiedBy>
  <cp:revision>3</cp:revision>
  <dcterms:created xsi:type="dcterms:W3CDTF">2013-01-27T09:14:16Z</dcterms:created>
  <dcterms:modified xsi:type="dcterms:W3CDTF">2026-08-27T07:58:12Z</dcterms:modified>
  <cp:category/>
</cp:coreProperties>
</file>