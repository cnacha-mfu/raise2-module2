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เราได้ Tech Spec กับ Prototype มาแล้ว Module นี้เราจะทำให้มันกลายเป็นระบบจริงที่เปิดในเบราว์เซอร์ได้ ขอให้ทุกคนเปิดกล้องสัก 1 นาทีตอนเริ่ม เพื่อให้เรารู้ว่ากลุ่มไหนมาครบแล้วบ้าง"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"สี่ข้อนี้คือของที่จับต้องได้ ไม่ใช่ความรู้สึกว่าเข้าใจ ตอนบ่ายกลุ่มของคุณจะได้ทำครบทั้งสี่ข้อกับโครงงานของกลุ่มเอง" แล้วบอกว่าข้อมูลในหน้าจอวันนี้ยังเป็นของสมมติ ฐานข้อมูลจริงเป็นเรื่องของสัปดาห์ที่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สไลด์นี้ค้างไว้ 5 วินาทีให้คนอ่านทัน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คืออ่านผลงานของ AI แล้วบอกได้ว่าใช่หรือไม่ใช่ นั่นคือทักษะของ Module นี้" ถ้ามีคนพิมพ์ในแชทว่าโล่งใจ ให้อ่านออกมาดัง ๆ</a:t>
            </a:r>
          </a:p>
          <a:p>
            <a:r>
              <a:t>ชี้ข้อที่สองแล้วพูดว่า "ในหน้าต่าง Claude Code ถ้าลืมว่ามีคำสั่งอะไรบ้าง พิมพ์ /help แล้วกด Enter มันจะแสดงรายการให้ดู ไม่ต้องท่องครับ" · เตือนด้วยว่า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ชี้ที่บรรทัดแรกแล้วพูดว่า "วันนี้เราอยู่บรรทัดบนสุด เป้าหมายวันนี้คือให้หน้าเว็บขึ้นมาก่อน ข้อมูลยังเป็นของสมมติที่พิมพ์ค้างไว้ในโค้ด และนั่นถูกต้องแล้ว" ย้ำว่าอย่าเพิ่งพยายามทำฐานข้อมูลวันนี้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"กลุ่มไหนยังไม่มี Tech Spec ครบ พิมพ์ชื่อกลุ่มในแชทครับ" รอ 20 วินาที แล้วบอกว่าจะจัดคิว Consult ให้ · ย้ำว่า DB Schema ยังไม่ได้ใช้วันนี้ แต่จะได้ใช้เต็ม ๆ สัปดาห์หน้า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 ถ้าหลงเมื่อไรให้ดูมุมบนของสไลด์" และย้ำว่ามีพัก 10 นาทีตอน 10:55 ห้ามใครนั่งยาว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"ตอนเช้าผมทำ FixIt ให้ดูทุกขั้น ตอนบ่ายกลุ่มคุณทำโครงงานของกลุ่มเอง ด้วยขั้นตอนชุดเดียวกันเป๊ะ" · ย้ำว่า "ในใบงานจะมีเฉลยตัวอย่างของ LeaveEasy ระบบขอลา วางไว้ข้างทุกขั้นตอน ให้ดูว่าขั้นนั้นผลลัพธ์ควรหน้าตาแบบไหน แล้วแปลมาใช้กับโจทย์ของกลุ่มตัวเอง"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45 นาที จบ 09:55 ครับ · Node.js เป็นของใหม่ ผมจะเล่าเท่าที่ใช้งานได้จริง · ส่วน Git ทุกคนใช้เป็นแล้วตั้งแต่ Module 1 สัปดาห์ที่ 2 ผมจะทบทวน 15 นาทีแล้วไปต่อ"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"Tech Spec คือเอกสารที่บอกว่าระบบต้องทำอะไรได้บ้าง มันเป็นกระดาษ Prototype คือภาพหน้าจอ กดได้แต่ยังไม่ทำงานจริง วันนี้เราจะเปลี่ยนสองอย่างนี้ให้เป็นหน้าเว็บที่รันได้"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เปรียบเทียบว่า "เหมือนเครื่องเล่นแผ่น ถ้าไม่มีเครื่องเล่น แผ่นก็ยังเป็นแผ่น เปิดดูไม่ได้ Node คือเครื่องเล่นของโปรเจกต์เว็บเรา" แล้วบอกว่ากลุ่มไหนติดตั้งไม่ผ่าน ให้พิมพ์ 🔴 ในแชทตอนบ่าย อย่านั่งงมกันทั้งกลุ่ม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"เหมือนทำอาหารแล้วซื้อน้ำพริกแกงสำเร็จ ไม่ต้องตำเอง npm คือร้านขายน้ำพริกแกงของโปรแกรมเมอร์" แล้วย้ำข้อสุดท้ายว่าไม่ต้องจำชื่อแพ็กเกจใด ๆ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"คนที่เพิ่งเคยเปิด terminal ตอน Module 1 ตรงนี้จะรู้สึกเกร็ง ผมบอกไว้ก่อนว่าพิมพ์ผิดไม่ทำให้เครื่องพัง คำสั่งผิดมันจะขึ้นข้อความบ่นแล้วจบ พิมพ์ใหม่ได้เลย"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"มีอยู่สามคำสั่งนี้จริง ๆ ครับ ที่เหลือ Claude Code พิมพ์ให้เอง" บอกให้ทุกกลุ่มแคปสไลด์นี้เก็บไว้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หยุดแล้วพูดว่า "Git ไม่ใช่ของใหม่สำหรับพวกเรานะครับ ทุกคนติดตั้งและใช้มาแล้วตั้งแต่ Module 1 สัปดาห์ที่ 2 ผมจะทบทวนสามเรื่องที่ต้องใช้บ่อยที่สุดใน Module นี้ 15 นาที แล้วเราไปต่อ" · ของใหม่จริงคือการทำงานหลายคนบน repo เดียว ซึ่งอยู่สัปดาห์ที่ 7 บอกล่วงหน้าไว้เลย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อ่านสามข้อออกเสียง แล้วพูดว่า "สามข้อนี้คือทั้งหมดที่เราจะทบทวนวันนี้ ที่เหลือคุณใช้เป็นอยู่แล้ว" · ชี้ข้อสุดท้ายแล้วบอกว่า "สัปดาห์หน้าเราจะเอา Git มาใช้กันทั้งกลุ่มบน repo เดียว ซึ่งเป็นคนละเรื่องกับที่เคยทำคนเดียว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"ทุกครั้งที่ commit คุณกำลังปักหมุดว่า ณ จุดนี้ระบบยังดีอยู่ ตอนบ่ายผมขอให้ทุกกลุ่มปักหมุดอย่างน้อย 6 หมุด และขอให้หมุดมีชื่อของสมาชิกครบทุกคน" แล้วบอกว่านี่คือ Checkpoint สุดท้ายของใบงาน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แล้วไล่นิ้วไปทางขวาทีละกล่องพร้อมพูดว่า "ทุกกล่องคือหนึ่งครั้งที่เรากดเซฟ" · จบที่กล่องขวาสุดแล้วพูดว่า "ตรงนี้คือตอนที่ระบบพัง" · แล้วย้อนนิ้วกลับมาค้างที่กล่องเข้ม พูดว่า "Git พาเรากลับมายืนตรงกล่องนี้ได้ในไม่กี่วินาที ของที่พังหลังจากนี้ทิ้งไปได้เลย นี่คือเหตุผลทั้งหมดที่เราต้อง commit"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 "ทำไม" ที่ต้องพูดก่อนสอนวิธีทำ พูดว่า "กลุ่มที่ไม่ commit จะเริ่มกลัวการสั่ง AI แล้วจะทำงานช้าลงเรื่อย ๆ ผมเคยเจอด้วยตัวเอง เสียงานไปทั้งคืน"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เปิดด้วยคำถามที่ผู้เรียนกลัวที่สุด "ถ้า AI แก้แล้วพังจะทำยังไงครับ" รอคำตอบ 5 วินาที แล้วตอบว่า "มีตาข่ายรับสองชั้นครับ ไม่ได้มีชั้นเดียว"</a:t>
            </a:r>
          </a:p>
          <a:p>
            <a:r>
              <a:t>ชี้บล็อกคำสั่งทีละบรรทัด "กด Esc หนึ่งครั้ง คือหยุดมันกลางคัน · กด Esc สองครั้งติดกัน จะมีเมนูขึ้นมาให้เลือกว่าจะย้อนกลับไปจุดไหน ย้อนได้ทั้งไฟล์ที่มันแก้และบทสนทนาที่คุยกันมา · ใครถนัดพิมพ์ ใช้คำสั่ง /rewind ก็ได้ผลเหมือนกัน"</a:t>
            </a:r>
          </a:p>
          <a:p>
            <a:r>
              <a:t>ปิดท้ายด้วยการชี้สองบรรทัดล่างแล้วพูดว่า "ชั้นแรกคือ Esc Esc ใช้ตอนเพิ่งสั่งไปแล้วรู้สึกว่าไม่ใช่ · ชั้นที่สองคือ git ใช้ตอนพังไปหลายรอบแล้ว ย้อนกลับไปจุดที่ commit ไว้ · สองชั้นนี้คือเหตุผลที่กลุ่มคุณกล้าทดลองได้"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"ข้อความ commit คือจดหมายถึงตัวเองในอนาคต ตอนที่ระบบพังแล้วต้องหาว่าย้อนไปตรงไหน ถ้าเขียนว่า update ทั้ง 20 อัน คุณจะหาไม่เจอ" · เสริมว่า "และสัปดาห์หน้าที่ทั้งกลุ่มทำงานบน repo เดียว ข้อความ commit จะกลายเป็นวิธีที่เพื่อนในกลุ่มรู้ว่าคุณทำอะไรไป" ตอนบ่าย Checkpoint 3 จะตรวจข้อนี้ด้วย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สลับไปที่หน้าจอสาธิตตามสคริปต์ w6-demo-fixit.md ขั้นที่ 1–3 ก่อนสลับให้พูดว่า "ผมจะทำให้ดูช้า ๆ ทุกคนไม่ต้องทำตามตอนนี้ ดูอย่างเดียว ตอนบ่ายมีใบงานให้กลุ่มทำเอง"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"ใครตอบได้ว่า commit ต่างจาก Ctrl+S ยังไง พิมพ์ในแชทให้ดูหน่อยครับ" รอ 20 วินาที อ่านคำตอบ 2–3 อัน 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60 นาที และเป็นหัวใจของวันนี้ครับ เราจะได้วิธีทำงานกับ AI ที่ทำแล้วไม่พัง ซึ่งต่างจากที่เราเคยแชทกันใน Module 1 พอสมควร"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 Claude Code ครับ ไม่ใช่บังเอิญ เพราะเครื่องมือนี้แก้ไฟล์จริง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"ข้อสุดท้ายคือของที่ผู้เรียนใช้น้อยที่สุดแต่มีประโยชน์ที่สุด ถ้าคุณงงว่าไฟล์นี้คืออะไร ถามมันได้เลย มันอ่านไฟล์นั้นอยู่แล้ว"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คำช้า ๆ แล้วพูดว่า "วงจรนี้คือสิ่งที่กลุ่มคุณจะทำซ้ำอีกประมาณ 200 รอบใน Module นี้ ท่องไว้ 4 คำ"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ชี้ทีละกล่องจากซ้ายไปขวา อ่านออกเสียงทั้ง 4 คำ · หยุดค้างที่กล่อง "ตรวจด้วยตา" แล้วพูดว่า "กล่องนี้คือกล่องที่คนข้ามบ่อยที่สุด และเป็นกล่องที่ทำให้งานพัง" · ปิดท้ายด้วยการชี้ลูกศรวนกลับด้านล่างแล้วพูดว่า "commit แล้วยังไม่จบนะครับ เราวนกลับไปที่วางแผนใหม่ทันที วงนี้คุณจะหมุนทั้ง Module"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"ขั้นนี้คนข้ามบ่อยที่สุดและเสียเวลาที่สุด อ่านแผน 30 วินาที ประหยัดการรื้อ 20 นาที" ยกตัวอย่างว่าเคยปล่อยให้ AI สร้าง 12 ไฟล์แล้วต้องลบทิ้งหมด · บอกว่า "ขั้นวางแผนนี้มีจังหวะของมัน 4 จังหวะ ผมจะแตกให้ดูในสไลด์ถัดไป"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"ผมจะแตกขั้นวางแผนออกให้ดูอีกชั้นหนึ่ง เพราะตรงนี้คือจุดที่ทำให้งานของกลุ่มคุณต่างจากกลุ่มอื่นทั้ง Module" ค้างสไลด์ไว้ 3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แล้วพูดว่า "จังหวะที่หนึ่ง เราพิมพ์สั้น ๆ 1 ถึง 3 บรรทัด บอกว่าอยากได้อะไร แล้วขอแผนก่อน" · เลื่อนนิ้วไปกล่องที่สองว่า "จังหวะที่สอง AI เขียนแผนออกมาเป็นข้อ ๆ ยังไม่แตะโค้ด" · หยุดค้างที่กล่องเข้ม 5 วินาที แล้วพูดหนักแน่นว่า "จังหวะที่สามคือจังหวะของคุณ อ่านแผนแล้วบอกว่าข้อไหนไม่ใช่ นี่คืองานของคุณทั้ง Module และเป็นจังหวะที่คนข้ามบ่อยที่สุด" · จบที่กล่องขวาสุดว่า "จังหวะที่สี่ค่อยสั่งลงมือ และสั่งให้ทำทีละข้อ" · ปิดท้ายด้วยการชี้ลูกศรวนกลับด้านล่างแล้วบอกว่า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"ข้อนี้คือเหตุผลหลัก ผมไม่ได้ขอให้คุณเขียนคำสั่งเก่ง ผมขอให้คุณอ่านแล้วบอกว่าข้อไหนไม่ใช่ ซึ่งคุณทำได้อยู่แล้วในงานประจำของคุณ" · ข้อสุดท้ายให้เสริมว่า "อ่านแผนไปเรื่อย ๆ คุณจะตอบได้เองตอน Sprint 1 Review ว่าระบบของกลุ่มทำงานอย่างไร ซึ่งเป็นสิ่งที่ถูกวัดเป็นรายบุคคล"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อ่านกล่องเหลืองออกเสียงทั้งสองบรรทัด แล้วพูดว่า "สองบรรทัดครับ เท่านี้จริง ๆ" · ชี้กล่องเทาแล้วบอกว่า "นี่คือแผนที่ AI เขียนกลับมา ยังไม่มีโค้ดสักบรรทัด" · ย้ำว่า "อ่านให้ครบทุกข้อก่อนตอบ อย่าเพิ่งพิมพ์ว่าโอเค" แล้วถามห้องว่า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"สังเกตนะครับ ผมไม่ได้เขียนแผนใหม่ทั้งฉบับ ผมบอกไปหนึ่งข้อที่ไม่ใช่ แล้วบอกว่าที่เหลือโอเค เท่านี้พอแล้ว" · ชี้กล่องล่างแล้วเน้นประโยค "ทำทีละข้อ เสร็จข้อไหนบอกผมก่อน" 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"สังเกตนะครับว่าคนที่พิมพ์กับคนที่ตรวจแผนเป็นคนละคน ตั้งใจให้เป็นแบบนั้น เพราะคนที่พิมพ์จะรีบกดโอเค" · ย้ำว่า บทบาทหมุนทุก Checkpoint และใบงานบ่ายนี้มีช่องให้จดชื่อไว้แล้ว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เล่าเรื่องจริงว่า "เคยมีกลุ่มสั่งสร้าง 5 หน้าในคำสั่งเดียว ได้มา 5 หน้าที่หน้าตาไม่เหมือนกันเลยสักหน้า แล้วต้องรื้อใหม่หมด" ย้ำว่าใบงานบ่ายนี้ห้ามสั่งรวด 5 หน้า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 ไล่ 3 กล่องจากซ้ายไปขวา แล้วหยุดค้างที่กล่องเข้มพูดว่า "ตรงนี้คือจุดที่เจ็บ พังไปหนึ่งอย่างในห้าอย่าง แล้วเราไม่รู้ว่าอันไหน" · จบแถบบนที่กล่องขวาสุดว่า "สุดท้ายต้องรื้อทั้งก้อน ทั้งที่ของดีมีอยู่ 4 อย่าง" · จากนั้นเลื่อนลงชี้แถบล่างทีละกล่องจากซ้ายไปขวา ปิดท้ายว่า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"อันนี้ยาวกว่า แต่สั่งไป 5 หน้าพร้อมกัน ไม่มีจังหวะให้เราตรวจเลย" · ชี้กล่องล่างแล้วบอกว่า "อันล่างสั้นกว่า และจบด้วยการขอแผน รายละเอียดที่เหลือเราจะไปบอกในจังหวะที่สาม ตอนที่เห็นแผนแล้ว"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"การวางไฟล์ไว้ในโฟลเดอร์แล้วเรียกชื่อ ดีกว่าการวางข้อความยาว ๆ เพราะมันเปิดอ่านเฉพาะตอนที่ต้องใช้ ไม่กินความจำของมันตลอดเวลา" เชื่อมล่วงหน้าไปช่วงที่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"สองบรรทัดนี้ผมใช้ทุกครั้งที่เริ่มโปรเจกต์ใหม่ ใช้เวลา 1 นาที แต่กันความเข้าใจผิดได้ทั้งวัน" · ย้ำว่านี่คือจังหวะที่ 1 กับ 2 ของวงจร ยังไม่มีโค้ดเกิดขึ้น · ตอนบ่ายใบงานส่วน A ใช้ prompt แบบเดียวกันกับ Tech Spec ของกลุ่ม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พูดหนัก ๆ ว่า "ข้อนี้เป็นของขวัญนะครับ AI กำลังตรวจ Tech Spec ให้กลุ่มคุณฟรี ๆ ถ้ามันสรุปผิด แปลว่าเอกสารที่คุณจะส่งให้คนอื่นทำก็ผิดเหมือนกัน" ตอนบ่ายมีกลุ่มเจอแน่นอน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"จำสามอย่างพอครับ ไฟล์ .html คือหน้าจอ โฟลเดอร์ css คือหน้าตา โฟลเดอร์ js คือการทำงาน ที่เหลือ Claude ดูแลให้" ห้ามลงลึกกว่านี้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"ผมรู้ว่าตอนเปิดโฟลเดอร์ครั้งแรกจะเห็นไฟล์เยอะจนตกใจ ให้มองหาสามนามสกุลนี้พอ ที่เหลือมองข้ามได้" ถ้ามีคนถามเรื่อง node_modules ให้ตอบว่าคือกล่องเก็บชิ้นส่วนที่โหลดมา ไม่ต้องเปิด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สลับไปสาธิตตามสคริปต์ขั้นที่ 4–7 · ขั้นที่ 5 คือรอบเต็มของวงจร 4 จังหวะ ห้ามตัด ผู้เรียนต้องเห็นตอนที่ AI เขียนแผนมาผิดแล้วผู้สอนแก้แผนด้วยประโยคเดียว · ก่อนเริ่มพูดว่า "ตรงนี้ผมจะทำให้ดูรวมทั้งตอนที่มันพังด้วยนะครับ ไม่ได้ตัดต่อ" อย่าลืมชี้แถบ URL ให้เห็นคำว่า localhost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จังหวะของการสั่งงานคืออะไร ไม่ต้องเปิดสไลด์ดู รอ 30 วินาที แล้วอ่านคำตอบดัง ๆ 2 อัน · ถามต่อว่า "จังหวะไหนเป็นของเรา" คำตอบที่ต้องการคือจังหวะที่ 3 ตรวจแผน · นี่คือสไลด์ทวนกลางคาบ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"ถ้าข้อไหนยังไม่ได้ ให้พิมพ์เลขข้อในแชท ผมจะเก็บไปตอบตอนรวมวงบ่ายนี้" อย่าถามว่า "เข้าใจไหม" เพราะทุกคนจะตอบว่าเข้าใจ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บ่ายนี้เรายังต้องอยู่หน้าจอกันอีก 3 ชั่วโมง"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"ช่วงสุดท้ายนี้ 45 นาที ต่อยอดจาก Module 1 สัปดาห์ที่ 3 ที่เรียนเรื่องหลักการทำงานของ AI ไปแล้ว วันนี้เราจะเอามาใช้กับโปรเจกต์จริงที่ไฟล์เริ่มเยอะ"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เปรียบเทียบว่า "เหมือนโต๊ะทำงาน วางกระดาษได้จำนวนหนึ่ง วางเพิ่มเรื่อย ๆ ของเก่าจะถูกดันตกโต๊ะ" ถามห้องว่าจำเรื่องนี้จาก Module 1 ได้ไหม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"ไม่ต้องคำนวณเองนะครับ รู้ไว้ว่ามันคือหน่วยวัดว่าเรากินความจำไปเท่าไร" แล้วยกตัวอย่างว่าไฟล์หน้าจอ 1 หน้าของ FixIt กินประมาณเท่าไร โดยเปิดของจริงให้ดูถ้ามีเวลา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หยุดแล้วพูดว่า "ข้อนี้สวนความรู้สึกของทุกคนครับ เรารู้สึกว่ายิ่งให้ข้อมูลเยอะยิ่งดี แต่กับ AI ไม่ใช่แบบนั้นเสมอไป" ค้างไว้ 3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"เหมือนถามทางแล้วมีคน 20 คนตอบพร้อมกัน ข้อมูลเยอะขึ้นแต่หาคำตอบยากขึ้น" แล้วเชื่อมว่าสัปดาห์ที่ 7 จะมีเครื่องมือแก้เรื่องนี้ถาวร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ตอนบ่ายกลุ่มคุณจะได้เจอด้วยตัวเอง และผมอยากให้คนที่ไม่ได้พิมพ์เป็นคนจับอาการนี้ให้กลุ่ม" ให้จดลงกระดาษติดไว้ข้างจอ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"อย่าปิดหน้าต่างทิ้งเฉย ๆ นะครับ เก็บสรุปก่อน ไม่งั้นคุณต้องเล่าใหม่ทั้งหมด" ย้ำว่าตอนบ่ายส่วน C ของใบงานให้ทำจริง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"สองบรรทัดนี้อยู่ในใบงานบ่ายนี้ด้วย ไม่ต้องรีบจด" · เสริมว่า "ถ้าสรุปที่ได้ยังขาดอะไร ให้ใช้จังหวะที่สาม บอกกลับไปว่าขาดข้อไหน เหมือนตอนตรวจแผนเลย" แล้วสาธิตของจริงในขั้นถัดไป ให้ห้องดูผลลัพธ์ที่ได้จริง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"เมื่อกี้ผมบอกให้เริ่มบทสนทนาใหม่ แต่ยังไม่ได้บอกว่าทำยังไง พิมพ์คำสั่งนี้ครับ /clear แล้วกด Enter บทสนทนาจะว่างเปล่าเหมือนเพิ่งเปิดโปรแกรม"</a:t>
            </a:r>
          </a:p>
          <a:p>
            <a:r>
              <a:t>ย้ำข้อแรกให้หนักที่สุด "คำว่าล้าง ทำให้คนกลัวจนไม่กล้าพิมพ์ ผมยืนยันว่าไฟล์ในโฟลเดอร์ของคุณไม่ได้หายไปไหนเลยสักไฟล์ สิ่งที่หายคือความจำของบทสนทนาอย่างเดียว" · ให้ทุกคนพิมพ์ในแชทว่าเข้าใจข้อนี้แล้วก่อนไปสไลด์ถัดไป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เพราะคุยกันมาตั้งเยอะ คำสั่งนี้จะย่อบทสนทนาที่ผ่านมาให้สั้นลง คืนพื้นที่ความจำมาให้ แต่เราคุยต่อได้เลยไม่ต้องเริ่มใหม่"</a:t>
            </a:r>
          </a:p>
          <a:p>
            <a:r>
              <a:t>ชี้บรรทัดที่สองในบล็อกคำสั่งแล้วบอกว่า "เติมข้อความต่อท้ายได้ด้วยครับ เป็นการบอกว่าตอนย่อ ขอให้เก็บเรื่องไหนไว้เป็นพิเศษ" · สาธิตของจริงถ้าเวลาพอ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อ่านตารางทีละแถวจากบนลงล่าง แล้วพูดว่า "สามทางนี้ไม่มีทางไหนผิด ต่างกันที่สถานการณ์ครับ"</a:t>
            </a:r>
          </a:p>
          <a:p>
            <a:r>
              <a:t>ย้ำแถวกลาง "คนส่วนใหญ่รู้จักอยู่สองทาง คือทนคุยต่อจน AI เริ่มมั่ว กับล้างทิ้งแล้วเสียบริบทไปหมด /compact คือทางตรงกลางที่หลายคนไม่รู้ว่ามี" · ปิดท้ายว่า "ตอนบ่ายผมอยากให้ทุกกลุ่มได้ลองทั้งสามทางอย่างน้อยทางละหนึ่งครั้ง"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ชี้บรรทัดสุดท้ายแล้วพูดว่า "ประโยคว่าไฟล์อื่นยังไม่ต้องแตะ ช่วยชีวิตผมมาหลายครั้ง เพราะบางทีมันจะไปแก้ไฟล์อื่นที่เราไม่ได้ขอ" ให้แคปเก็บไว้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"โควตาของทุกคนไม่ได้ไม่จำกัดนะครับ กลุ่มที่คุยยาวโดยไม่เริ่มรอบใหม่ จะหมดโควตากลางคาบแล้วทำงานต่อไม่ได้ ผมเห็นมาทุกรุ่น"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"เมื่อกี้ผมบอกว่าโควตาไม่ได้ไม่จำกัด คำสั่งนี้คือวิธีเปิดดูว่าตัวเองใช้ไปเท่าไรแล้ว พิมพ์ /usage แล้วกด Enter"</a:t>
            </a:r>
          </a:p>
          <a:p>
            <a:r>
              <a:t>ย้ำข้อแรกให้ชัด "ผมจะไม่บอกว่าคุณจะเห็นอะไรนะครับ เพราะแต่ละคนใช้บัญชีคนละแบบ บางคนจะเห็นเป็นตัวเลขการใช้งานรายเดือน บางคนจะเห็นเป็นเครดิตคงเหลือ ให้เปิดดูเองแล้วจดไว้ว่าของคุณแสดงอะไร"</a:t>
            </a:r>
          </a:p>
          <a:p>
            <a:r>
              <a:t>ปิดท้ายด้วยบรรทัดสุดท้าย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อย่าเสียเวลาไล่แก้ให้ใครกลางคาบ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สาธิตสด ๆ ว่าสลับรุ่นตรงไหนในหน้าจอ Claude Code แล้วพูดว่า "ผมสลับวันละหลายสิบครั้ง งานเล็กใช้รุ่นเร็ว ได้คำตอบใน 5 วินาที"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สลับไปสาธิตตามสคริปต์ขั้นที่ 8 ก่อนเริ่มพูดว่า "ผมจะทำสิ่งที่ผมเพิ่งบอกว่าห้ามทำให้ดูนะครับ เพื่อให้เห็นอาการจริง ๆ ว่าหน้าตาเป็นยังไง จะได้จับได้ตอนเจอเอง"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"วันนี้ให้ทนกับการสรุปด้วยมือไปก่อนนะครับ ผมอยากให้คุณเจอความรำคาญนี้ด้วยตัวเองก่อน สัปดาห์หน้าคุณจะเห็นค่าของ CLAUDE.md มากขึ้นเยอะ"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แล้วเข้าสู่ช่วงปิดคาบ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"เหลืออีก 10 นาที มีสามเรื่องต้องประกาศ ห้ามใครออกก่อนนะครับ มีงานส่งที่ต้องทำก่อนสัปดาห์หน้า"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อ่านออกเสียงทั้งสามข้อ แล้วย้ำว่า "ยังไม่ต้องกดใช้งานได้ทุกปุ่มนะครับ ขอให้หน้ามันขึ้นมาก่อน ปุ่มทำงานจริงเป็นเรื่องของสัปดาห์ที่ 7" · ย้ำข้อสาม "ผมดูประวัติ commit ได้ว่าใครพิมพ์บ้าง กลุ่มที่มีชื่อคนเดียวทั้ง repo ถือว่ายังไม่ผ่าน"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"ผมส่งแผ่นศัพท์เต็มลงในแชทให้แล้ว มี 20 กว่าคำ ปริ้นออกมาติดข้างจอเลยครับ ผมจะใช้ศัพท์พวกนี้ทั้ง Module" ยืนยันว่าไม่มีการสอบท่องศัพท์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"สองข้อบนคือของบังคับ ทำก่อนวันพุธ ผมจะมีลิงก์ฟอร์มให้ติ๊กว่าทำแล้ว กลุ่มไหนยังไม่ทำภายในวันพุธ ผมจะจัดคิว Consult วันอังคารให้เลย ไม่ต้องรอนัดเอง" · ย้ำว่าสัปดาห์หน้าจะได้ใช้ DB Schema เต็ม ๆ ให้เอาไฟล์มาด้วย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"บ่ายนี้ไม่ใช่การทำตามผมทีละขั้นนะครับ กลุ่มคุณได้ใบงานที่มีขั้นตอนครบ แล้วเดินเองตามจังหวะของกลุ่ม" · ย้ำหนัก ๆ ว่า "สิ่งที่คุณทำบ่ายนี้คือของที่ต้องส่งมอบจริง ไม่ใช่แบบฝึกหัด"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ชี้ทีละแถวแล้วปิดท้ายด้วยคำถามประจำหลักสูตร "FixIt มีใบแจ้งซ่อม LeaveEasy มีใบขอลา แล้วโครงงานของกลุ่มคุณ ของหลักคืออะไร" ให้ทุกกลุ่มพิมพ์คำตอบในแชทก่อนพักเที่ยง · ย้ำว่าช่องขวาสุดกลุ่มต้องเติมเอง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ย้ำข้อสองว่า "คนที่ไม่มี commit เลยตลอด Module ถือว่ายังไม่ผ่านเป็นรายบุคคล แม้ระบบของกลุ่มจะทำงานได้" · อธิบายข้อสามว่า "ถ้าคนที่ไม่ได้พิมพ์อธิบายปัญหาไม่ได้ แปลว่ากลุ่มเดินเร็วเกินไป ให้ถอยกลับมาคุยกันก่อน" · บอกว่ามีคิวถามกลางและธนาคารคำตอบสด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"ขอบคุณครับ พักกินข้าวให้อิ่ม บ่ายนี้ทุกกลุ่มจะได้หน้าเว็บจริงของโครงงานตัวเอง กลุ่มไหนกลับมาเร็วเปิดใบงานอ่านล่วงหน้าได้เลย ลิงก์อยู่ในแชทแล้ว"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Full-Stack Setup — Node/Git + Workflow + Context &amp; Token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วันนี้กลุ่มของคุณจะได้อะไรกลับไป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โครงงานของกลุ่มที่รันบนเครื่องได้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หน้าเว็บครบตาม Prototype ของกลุ่ม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🕘 ประวัติการเซฟที่ย้อนกลับได้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วิธีสั่งงาน AI ที่ทำแล้วไม่พัง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ลืมคำสั่งไหน 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Tech Spec + Prototype  →  Repo + หน้าเว็บครบ (ยังไม่มี DB)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หน้าเว็บ              →  CLAUDE.md + GitHub ทีม + ฐานข้อมูลจริง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                  →  ล็อกอิน + ปิดข้อมูล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                  →  ทดสอบอัตโนมัติ + Sprint 1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อินพุตของวันนี้ — ของที่กลุ่มถือมาจาก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Tech Spec — Feature List · API List · DB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Interactive Prototype — หน้าจอที่กลุ่มออกแบบไว้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ทีมเดิมจาก Hackathon กลุ่มละ 3–4 คน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วันนี้เราแปลงสองอย่างแรกให้เป็นหน้าเว็บจริง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09:10 ช่วงที่ 1 — Node.js และทบทวน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09:55 ช่วงที่ 2 — Workflow กับ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10:55 ☕ พัก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11:05 ช่วงที่ 3 — Context และ Token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11:50 ปิดคาบ + ส่งเข้า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ระบบตัวอย่างที่ผมจะทำให้ดู — FixIt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= ระบบแจ้งซ่อมออนไลน์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พนักงานแจ้งของเสีย → ผู้ดูแลมอบหมายช่าง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ช่างอัปเดตความคืบหน้า → ปิดงาน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เช้านี้ผมทำ FixIt · บ่ายนี้กลุ่มคุณทำโครงงานของกลุ่มเอง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Node.js และทบทวน Git ⏱ 09:10–09:55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ปัญหาที่เรากำลังจะแก้วันนี้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Module 1 กลุ่มคุณมี Tech Spec และ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แต่เปิดในเบราว์เซอร์ยังใช้งานไม่ได้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วันนี้ทำให้มัน "รันได้จริง"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แปลว่า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เราไม่ต้องเปิดมันเอง มันทำงานอยู่ข้างหลัง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Node = พิมพ์คำสั่งแล้วขึ้นว่าไม่รู้จักคำสั่ง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npm และแพ็กเกจคืออะไร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แพ็กเกจ (package) = ชิ้นส่วนสำเร็จรูปที่คนอื่นเขียนไว้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ร้านที่เราสั่งชิ้นส่วนพวกนั้นมาใช้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เราสั่งครั้งเดียว มันโหลดมาเก็บในโปรเจกต์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คุณไม่ต้องรู้จักชื่อแพ็กเกจ Claude จะเลือกให้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terminal คือหน้าต่างพิมพ์คำสั่ง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หน้าต่างสีเข้ม พิมพ์ข้อความแล้วกด 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ไม่มีปุ่มให้กด มีแต่ตัวหนังสือ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คำสั่งพิมพ์ผิด 1 ตัวอักษร = ใช้ไม่ได้ ถือเป็นเรื่องปกติ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ใบงานมีคำสั่งให้คัดลอกทุกคำสั่ง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3 เรื่องที่ต้องใช้บ่อยที่สุด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commit = ปุ่มเซฟที่ย้อนกลับได้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การย้อนกลับ เมื่อ AI แก้แล้วพัง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ข้อความ commit ที่อ่านแล้วรู้เรื่อง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การทำงานหลายคนบน repo เดียว — สัปดาห์ที่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การกดเซฟหนึ่งครั้ง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แต่ละ commit เป็นจุดที่ย้อนกลับมาได้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history = รายการ commit ทั้งหมดเรียงตามเวลา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ต่างจาก Ctrl+S ที่ทับของเก่าไปเลย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Git คือปุ่มย้อนเวลา — ย้อนไปยืนตรงไหนก็ได้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ที่ 1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2167128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ที่ 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2167128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จุดที่ยังดี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2167128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พังหลังจากนี้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 commit ทำให้กล้าปล่อยให้ AI แก้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แก้โค้ดเร็วมาก และบางครั้งแก้พัง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ถ้าไม่มี commit = พังแล้วกลับไม่ได้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ถ้ามี commit = ย้อนกลับ 5 วินาที แล้วสั่งใหม่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commit คือสิ่งที่ทำให้กลุ่มคุณกล้าทดลอง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กด Esc สองครั้ง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เปิดเมนูย้อนกลับ เลือกจุดที่จะย้อน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/rewind     คำสั่งที่ทำงานเหมือนกด Esc สองครั้ง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ย้อนได้ทั้งโค้ดที่แก้ไป และบทสนทนาที่คุยไป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870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ตาข่ายชั้นที่ 1 — Esc Esc ย้อนได้ทันทีระหว่างทำงาน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838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ตาข่ายชั้นที่ 2 — git ย้อนได้ถึงจุดที่ commit 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 commit ที่ดีเป็นแบบไหน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❌ update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❌ แก้ไข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❌ asdf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✅ เพิ่มหน้ารายการใบแจ้งซ่อม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✅ แก้ปุ่มบันทึกที่กดแล้วไม่ทำงาน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✅ ใส่ข้อมูลตัวอย่าง 5 รายการในหน้ารายการ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สร้างโปรเจกต์ FixIt ⏱ 18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สร้างโฟลเดอร์ + เริ่มโปรเจกต์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git init และ commit แรกก่อนทำอะไรต่อ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Claude Code แล้วให้อ่าน Tech Spec ของ FixIt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สรุปกลับมาว่าเข้าใจว่าจะสร้างอะไร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เขียนข้อความ commit ที่อ่านแล้วรู้เรื่องได้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Workflow กับ Claude Code ⏱ 09:55–10:55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 Code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อ่านไฟล์ในโฟลเดอร์โปรเจกต์ของเรา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สร้างไฟล์ใหม่และแก้ไฟล์เดิม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รันคำสั่งใน terminal แทนเรา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อธิบายว่าไฟล์แต่ละไฟล์ทำอะไร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วางแผน → ลงมือ → ตรวจด้วยตา → commit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วงจรทำงานกับ Claude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วางแผน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ขั้นที่ 1 — วางแผน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AI ว่าจะทำ หนึ่งอย่าง ให้เสร็จ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1–3 บรรทัด แล้วขอแผนก่อน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อ่านแผนแล้วบอกว่าข้อไหนไม่ใช่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ถ้าไม่ตรง แก้ตรงนี้ ถูกกว่าปล่อยให้ทำผิดทั้งก้อน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ขั้นวางแผนมีจังหวะของมัน — 4 จังหวะ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ผมอยากได้หน้ารายการใบแจ้งซ่อม แสดงเป็นตาราง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3989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จังหวะที่ 2 — AI เขียนแผนออกมาเป็นข้อ ๆ อ่านให้ครบก่อนตอบ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823968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สร้างไฟล์ tickets.html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ทำตาราง คอลัมน์ หัวข้อ สถานะ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สถานะแสดงเป็นข้อความธรรมดา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3 ขอเป็นป้ายสีตามสถานะ 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55848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355848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41071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39896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360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จังหวะที่ 3 คือจังหวะที่เราทำงาน ห้ามข้าม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ในกลุ่ม ใครทำจังหวะไหน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บทบาท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ทำอะไรในวงจร 4 จังหวะ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⌨️ คนคุมคีย์บอร์ด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พิมพ์จังหวะที่ 1 และ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🔍 คนตรวจ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อ่านแผน แล้วบอกว่าข้อไหนไม่ใช่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📖 คนอ่านใบงาน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คอยเบรกเมื่อกลุ่มข้ามจังหวะที่ 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📝 คนจดและถาม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จดสิ่งที่ตกลงกัน · โพสต์ screenshot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ทำไมห้ามสั่ง 10 อย่างพร้อมกัน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สั่งทีเดียว 10 อย่าง → พัง 1 อย่าง หาไม่เจอว่าอันไหน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ต้องรื้อทั้งก้อน ทั้งที่ 9 อย่างใช้ได้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สั่งทีละอย่าง → พังปุ๊บ รู้ทันทีว่าเพราะอะไร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สั่งทีละอย่างช้ากว่าตอนสั่ง เร็วกว่าตอนแก้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สร้างหน้าจอทั้ง 5 หน้าของ FixIt ให้สวย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พร้อมข้อมูลตัวอย่าง และทำให้ใช้บนมือถือได้ด้วย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ผมอยากได้หน้ารายการใบแจ้งซ่อม 1 หน้า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ป้อน Tech Spec เข้าไปอย่างไรให้ AI เข้าใจ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วางไฟล์ Tech Spec ไว้ในโฟลเดอร์โปรเจกต์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สั่งให้อ่านไฟล์นั้นโดยเรียกชื่อไฟล์ตรง 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อย่าคัดลอก Tech Spec ทั้งฉบับไปวางในช่องแชท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Prototype: อธิบายทีละหน้าว่าหน้านั้นมีอะไร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ให้ AI สรุปกลับมาก่อนเสมอ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พิมพ์แบบนี้ตอนเริ่มโปรเจกต์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อ่านไฟล์ fixit-spec.md แล้วสรุปให้ผมฟังเป็นข้อ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ว่าระบบนี้ทำอะไร มีกี่หน้าจอ ผู้ใช้มีกี่บทบาท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สรุปผิด แปลว่าอะไร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ไม่ได้แปลว่า AI ผิด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แปลว่า Tech Spec ของกลุ่มยังไม่ชัด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คนอื่นอ่านแล้วก็จะเข้าใจผิดเหมือนกัน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แก้ Tech Spec ตรงนี้ก่อน อย่าเพิ่งสร้างหน้าจอ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โครงสร้างโปรเจกต์ — อะไรอยู่ตรงไหน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fixit/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index.html          หน้าแรก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tickets.html        หน้ารายการใบแจ้งซ่อม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📁 css/                หน้าตาและสี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📁 js/                 การทำงานของปุ่ม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package.json        รายชื่อชิ้นส่วนที่โปรเจกต์ใช้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.gitignore          รายชื่อไฟล์ที่ห้ามเซฟขึ้นระบบ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ไฟล์ที่กลุ่มคุณจะแก้บ่อย มี 3 กลุ่ม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ไฟล์ .html = หน้าจอที่ผู้ใช้เห็น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🎨 ไฟล์ .css = สี ขนาด การจัดวาง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⚙️ ไฟล์ .js = สิ่งที่เกิดขึ้นตอนกดปุ่ม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ที่เหลือคุณไม่ต้องแตะเลยทั้ง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ดูของจริง — หน้าจอ FixIt ทีละหน้า ⏱ 29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สร้างหน้าแรกให้ขึ้นในเบราว์เซอร์ → commit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เดินวงจร 4 จังหวะเต็มรอบ รวมตอนที่แผนมาผิด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สร้างหน้าแจ้งซ่อมใหม่ →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สาธิตการย้อนตอนแก้แล้วพัง ทั้ง git และ Esc Esc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รู้ว่า Node กับ Git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มีวงจรทำงาน 4 ขั้นติดตัว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มีวงจรสั่งงาน 4 จังหวะ — สั่งสั้น ขอแผน ตรวจแผน ลงมือ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เห็นแล้วว่าหน้าเว็บขึ้นจริงได้อย่างไร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อธิบายได้ว่าทำไมต้องตรวจด้วยตาเอง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รู้ว่าในกลุ่ม ใครรับผิดชอบจังหวะไหน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 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Context และ Token ⏱ 11:05–11:50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ทวนจาก Module 1 — Context Window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ความจำของ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Window = ขนาดความจำนั้น มีขีดจำกัด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เต็มแล้วของเก่าจะเลือนไป ไม่ใช่หายทันที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ปิดหน้าต่างแชท = ความจำนั้นหายหมด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Token = หน่วยนับความยาวข้อความ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ประมาณ 1 คำไทยสั้น ๆ = 1–2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ไฟล์โค้ด 1 ไฟล์ = หลายพัน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ยิ่งใส่เยอะ ยิ่งกินความจำและยิ่งช้า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ให้ AI อ่านทั้งโปรเจกต์ มักได้ผลแย่ลง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ทำไมไฟล์เยอะแล้ว AI สับสน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ข้อมูลที่เกี่ยวข้องถูกกลบด้วยข้อมูลที่ไม่เกี่ยว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มันหยิบตัวอย่างจากไฟล์ที่ผิดมาใช้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ความจำเต็มเร็ว ของที่ตกลงกันไว้ตอนต้นเลือนไป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ทางแก้: ระบุชื่อไฟล์ที่ต้องดูให้ชัด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สัญญาณว่าถึงเวลาเริ่มบทสนทนาใหม่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ลืมสิ่งที่ตกลงกันไว้เมื่อ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เริ่มรอบใหม่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วิธีเริ่มรอบใหม่โดยไม่เสียบริบท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ก่อนเริ่มใหม่ ให้ AI สรุปสถานะปัจจุบันออกมาก่อน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คัดลอกสรุปนั้นเก็บไว้ในไฟล์บันทึก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เปิดบทสนทนาใหม่ แล้ววางสรุปเป็นข้อความแรก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ใช้เวลา 2 นาที ประหยัดการอธิบายซ้ำ 20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สรุปสถานะก่อนเริ่มรอบใหม่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พิมพ์ก่อนปิดบทสนทนาเดิม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เก็บสรุปแล้ว เริ่มรอบใหม่อย่างไร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9346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สรุปบทสนทนาให้สั้นลง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ของที่ตกลงกันไว้ยังอยู่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เป็นทางเลือกกลาง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เลือกทางไหนดี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บริบทเดิม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เปลี่ยนไปทำเรื่องใหม่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เลือกส่งเฉพาะไฟล์ที่เกี่ยวข้อง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กว้างเกินไป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ดูโค้ดทั้งโปรเจกต์แล้วแก้ปุ่มบันทึกให้หน่อย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5234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275234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0720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เจาะจงไฟล์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3639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ดูเฉพาะไฟล์ new-ticket.html แก้ปุ่มบันทึกที่กดแล้วไม่ทำงาน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ไฟล์อื่นยังไม่ต้องแตะ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ยิ่งใส่ข้อความเยอะ ยิ่งรอนาน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ยิ่งใส่เยอะ ยิ่งใช้โควตาเปลือง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คุยให้ตรงประเด็นคือการประหยัดจริง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ใช้ไปเท่าไรแล้ว —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ไม่เหมือนกันทุกคน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1084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บางแบบเห็นการใช้งานรายเดือน บางแบบเห็นเครดิตคงเหลือ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8996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เปิดดูเองว่าของคุณแสดงอะไร แล้วจดไว้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 ดู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เลือกรุ่นโมเดลให้เหมาะกับงาน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งานเปลี่ยนสี ปรับข้อความ → รุ่นเร็ว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งานวางโครงสร้าง ไล่หาสาเหตุที่พัง → รุ่นคิดหนัก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ใช้รุ่นคิดหนักกับงานเล็ก = รอนานโดยไม่ได้อะไรเพิ่ม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สลับรุ่นได้ตลอดในระหว่างทำงาน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ดูของจริง — ปล่อยให้ context บวมแล้วแก้ ⏱ 21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คุยรวดเดียวยาว ๆ จนคุณภาพเริ่มตก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ชี้ให้ดูอาการที่เกิดขึ้นจริงบนหน้าจอ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สรุปสถานะ → /compact หรือ /clear → เทียบผล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ตรงนี้ผมตั้งใจให้พังให้ดู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 7 เราจะแก้เรื่องนี้ถาวร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วันนี้เราแก้ด้วยมือ: สรุป → เริ่มใหม่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เขียน CLAUDE.md = คู่มือประจำโครงงาน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อ่านคู่มือนั้นทุกครั้งก่อนเริ่มงาน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ไม่ต้องพิมพ์บริบทซ้ำ ไม่ต้องกลัวเริ่มรอบใหม่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สัญญาณว่าถึงเวลาเริ่มรอบใหม่ได้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เขียนคำสั่งที่ระบุชื่อไฟล์เจาะจงได้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สิ่งที่กลุ่มต้องส่งมอบสัปดาห์นี้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ของกลุ่ม + หน้าเว็บครบตาม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เปิดเบราว์เซอร์แล้วเห็นหน้าจอครบ (ยังไม่มีฐานข้อมูล)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มี commit จากสมาชิกอย่างน้อย 2 คน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ส่งผ่าน Google Classroom แนบลิงก์ repo · ศุกร์ 4 ก.ย. 23:59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แผ่นศัพท์ภาษาคน — ติดไว้ข้างจอ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Git / commit = ปุ่มเซฟที่ย้อนกลับได้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/ Token = ความจำของ AI และหน่วยที่กินความจำ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CLAUDE.md = คู่มือประจำโครงงานที่ AI อ่าน (สัปดาห์ที่ 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เตรียมมาก่อนสัปดาห์ที่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ตรวจว่ากลุ่มมี Firebase project พร้อมใช้ (ตั้งไว้แล้วตั้งแต่ Module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ทุกคนในกลุ่มต้องมีบัญชี GitHub และเข้าใช้ได้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🏠 ทำหน้าจอโครงงานกลุ่มให้ครบทุกหน้าตาม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เตรียม DB Schema จาก Module 1 มาให้พร้อม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โครงงานของกลุ่มคุณ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กลุ่มละ 3–4 คน · ทีมเดิมจาก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ทำ โครงงานของกลุ่มเอง ไม่ใช่ระบบตัวอย่าง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= เฉลยตัวอย่างข้างทุกขั้นตอนในใบงาน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13:00–16:00 · Checkpoint 3 จุด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แล้วของกลุ่มคุณล่ะ?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 (เช้า)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 (เฉลย)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ของหลัก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ใบขอลา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หมวดหมู่ปัญหา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ประเภทการลา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ผู้เริ่มเรื่อง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ผู้แจ้ง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ผู้รับผิดชอบ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ช่างซ่อม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กติกางานกลุ่มบ่ายนี้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🔄 หมุนคนคุมคีย์บอร์ดทุก Checkpoint — จดชื่อในใบงาน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เมื่อไร → ให้ คนที่ไม่ได้พิมพ์ เป็นคนอธิบายปัญหา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บอกสถานะกลุ่มในแชทเสมอ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