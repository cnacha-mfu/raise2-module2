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กลุ่มของทุกคนได้เว็บ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ให้ผมเห็นว่ากลุ่มไหนมาครบ"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"หายทุกกลุ่มครับ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เย็นนี้ระบบของกลุ่มคุณจะจำข้อมูลได้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ตอนบ่ายกลุ่มคุณจะทำครบทั้งสี่ข้อกับโครงงานของกลุ่มเอง"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กลุ่มคุณมี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ชี้ทีละแถวแล้วย้ำหนัก ๆ ว่า "บ่ายนี้กลุ่มคุณทำโครงงานของกลุ่มเอง ไม่ใช่ FixIt และไม่ใช่ LeaveEasy · LeaveEasy อยู่ในใบงานเป็นเฉลยตัวอย่างข้างทุกขั้น ให้ดูว่าผลลัพธ์ควรหน้าตาแบบไหน แล้วแปลมาใช้กับโจทย์ของกลุ่ม"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"กลุ่มไหน prototype ยังรันไม่ได้ หรือหาไฟล์ DB Schema ไม่เจอ พิมพ์ชื่อกลุ่มในแชทครับ"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กลุ่มที่ติดธงแดงมีคิว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แล้วบอกว่ากลุ่มไหนพิมพ์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บอกให้ทุกกลุ่มแคปสไลด์นี้เก็บไว้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บอกว่านี่คือส่วน A ของใบงานบ่ายนี้ทั้งส่วน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สลับไปหน้าจอสาธิตตามสคริปต์ w6-demo-fixit.md บล็อก A · ก่อนสลับพูดว่า "ทุกคนดูอย่างเดียวนะครับ ยังไม่ต้องทำตาม ตอนบ่ายมีใบงานที่มีทุกขั้นตอนให้กลุ่มทำเอง"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"นี่คือวงจรที่กลุ่มคุณจะหมุนอีกหลายร้อยรอบใน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ว่าระบบกลุ่มคุณทำงานยังไง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"คนที่พิมพ์กับคนที่ตรวจแผนเป็นคนละคน ตั้งใจให้เป็นแบบนั้น เพราะคนที่พิมพ์จะรีบกดโอเค" · ย้ำว่าบทบาทหมุนทุก Checkpoint ใบงานบ่ายนี้มีช่องให้จดชื่อ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ตอนบ่ายกลุ่มคุณจะทำซ้ำแบบนี้หลายรอบ"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เพราะช่วงนี้คือวิธีคิดที่กลุ่มคุณต้องใช้วาดแบบบนกระดาษตอนบ่าย"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"นี่คือเหตุผลที่ตอนบ่ายกลุ่มคุณต้องเขียนชื่อช่องข้อมูลทุกตัวลงกระดาษก่อน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"Denormalize = จดข้อมูลที่ใช้บ่อยซ้ำไว้ในไฟล์เลย จะได้ไม่ต้องไปเปิดหาที่อื่น" · พูดว่า "ถ้าตอนบ่ายชื่อคนไม่ขึ้นบนหน้าจอ ขึ้นแต่รหัสประหลาด 90% 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 นี่คือสิ่งที่เรียกว่าจดซ้ำ"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ตอนบ่ายกลุ่มคุณใช้มันวาดแบบของโครงงานตัวเองบนกระดาษ"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ช่วงนี้ผู้เรียนต้องตอบเองอย่างน้อย 3 ครั้ง อย่าเฉลยเอง · นี่คือแบบฝึกเดียวกับที่กลุ่มทำบนกระดาษตอนบ่ายส่วน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"กลุ่มไหนเข้า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กลุ่มที่รีบไปทำปุ่มบันทึกวันนี้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ตอนสาธิตให้ซูมที่วันหมดอายุแล้วให้ทุกกลุ่มจดของตัวเองตอนบ่าย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บ่ายนี้กลุ่มคุณจะได้ความรู้สึกนี้กับโครงงานของตัวเอง"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"เหมือนโต๊ะทำงาน วางกระดาษเพิ่มเรื่อย ๆ ของเก่าถูกดันตกโต๊ะ" · ถามห้องว่า "ใครสังเกตว่าช่วงท้ายเดโม AI เริ่มตอบช้าลงบ้าง" · เชื่อมว่า "เรื่องนี้เรียนหลักการไปแล้วใน Module 1 วันนี้เห็นของจริงกับโปรเจกต์จริง"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บ่ายนี้กลุ่มคุณจะเจอเองแน่นอน และผมอยากให้คนที่ไม่ได้พิมพ์เป็นคนจับอาการนี้ให้กลุ่ม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"บ่ายนี้ขอให้ทุกกลุ่มได้ใช้จริงอย่างน้อยหนึ่งครั้ง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กลุ่มที่คุยยาวโดยไม่จัดการความจำ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แล้วย้ำว่า "หน้าเดียวพอครับ หน้ารายการหน้าเดียวที่อ่านจากฐานจริง หน้าอื่นยังใช้ข้อมูลปลอมได้ ปุ่มเพิ่มแก้ลบเป็นของสัปดาห์หน้า" · ย้ำ commit "ผมเปิดดูประวัติได้ว่าใครพิมพ์บ้าง"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แล้วโครงงานของกลุ่มคุณ โฟลเดอร์หลักคืออะไร" ให้ทุกกลุ่มพิมพ์คำตอบในแชทก่อนพักเที่ยง · ย้ำว่าช่องขวาสุดกลุ่มต้องเติมเองบนกระดาษตอนบ่าย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ทั้งกลุ่มช่วยกันวาดบนกระดาษ เพราะแบบที่คิดไม่เสร็จ สร้างยังไงก็พัง" · ย้ำว่าบ่ายนี้ทำโครงงานของกลุ่มเอง มีเฉลย LeaveEasy กำกับทุกขั้นในใบงาน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ถือว่าไม่ผ่านรายบุคคล แม้ระบบกลุ่มจะทำงานได้" · อธิบายข้อสาม "ถ้าคนที่ไม่ได้พิมพ์อธิบายปัญหาไม่ได้ แปลว่ากลุ่มเดินเร็วเกินไป"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บ่ายนี้ระบบของกลุ่มคุณจะเริ่มมีความจำจริง ๆ กลุ่มไหนกลับมาเร็ว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ที่กลุ่มคุณถืออยู่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วันนี้กลุ่มของคุณจะได้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ที่รันเว็บของกลุ่มได้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Sprint 1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10:10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10:20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11:25  Context และ Token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ตัวละคร 3 ตัวของทุกสัปดาห์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ใครลงมือ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ระบบแจ้งซ่อมออนไลน์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ผู้สอนสาธิตตอนเช้า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ระบบขอลาออนไลน์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ไม่มีใครสร้าง — เฉลยตัวอย่างในใบงาน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โครงงานกลุ่มคุณ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โจทย์จาก Hackathon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กลุ่มคุณ ตอนบ่าย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ของที่กลุ่มถือมาจาก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ทีมเดิมจาก Hackathon กลุ่มละ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เหมือนกลุ่มคุณ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ในกลุ่ม ใครทำจังหวะไหน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ทำอะไรในวงจร 4 จังหวะ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⌨️ คนคุมคีย์บอร์ด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พิมพ์จังหวะที่ 1 และ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🔍 คนตรวจ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อ่านแผน แล้วบอกว่าข้อไหนไม่ใช่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📖 คนอ่านใบงาน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คอยเบรกเมื่อกลุ่มข้ามจังหวะที่ 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📝 คนจดและถาม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จดข้อตกลง · โพสต์ screenshot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รู้ว่าในกลุ่ม ใครรับผิดชอบจังหวะไหน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10:20–10:55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ทางแก้ — จดชื่อซ้ำไว้ในไฟล์เลย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ศัพท์ทางการเรียกว่า Denormalize (จดซ้ำ)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เก็บทั้ง reporterId และ reporterName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เปิดไฟล์ใบเดียว ได้ครบทุกอย่างที่ต้องแสดง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ไม่ต้องวิ่งไปเปิดโฟลเดอร์อื่น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พร้อมวาดแบบของโครงงานกลุ่มบนกระดาษ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10:55–11:25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ที่กลุ่มสมัครไว้แล้วจาก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สังเกตไหม — เราคุยกับ AI มายาวมากแล้ว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บทสนทนาเดียว ตั้งแต่ 9 โมงจนถึงตอนนี้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 — มีขีดจำกัด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Token = หน่วยนับข้อความที่กินความจำนั้น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เต็มแล้วของเก่าจะเลือนไป — ข้อตกลงตอนเช้าหายก่อน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สิ่งที่กลุ่มต้องส่งมอบสัปดาห์นี้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ของกลุ่ม ที่รันเว็บ prototype 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Firestore มีข้อมูลจริง — เปิด Console แล้วเห็น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หน้ารายการอ่านจากฐานจริง + commit จากอย่างน้อย 2 คน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4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แล้วของกลุ่มคุณล่ะ?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3 ส่วน 3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prototype ของกลุ่มเข้า repo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เว็บขึ้นจาก repo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วาดแบบโฟลเดอร์ บนกระดาษ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รูปแบบแผนโพสต์ในแชท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75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+ หน้ารายการอ่านจริง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กติกางานกลุ่มบ่ายนี้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— จดชื่อในใบงาน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commit ในชื่อคนที่คุมคีย์บอร์ดรอบนั้น — วันนี้อย่างน้อย 2 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→ ให้ คนที่ไม่ได้พิมพ์ เป็นคนอธิบายปัญหา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บอกสถานะกลุ่มในแชทเสมอ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