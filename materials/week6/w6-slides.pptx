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"ก่อนจะแตะเครื่องมืออะไรทั้งนั้น ผมขอเล่าสิบนาทีก่อนว่าข้างใน AI เกิดอะไรขึ้น โดยไม่มีคณิตศาสตร์เลยสักตัว — เพราะทุกอย่างที่เล่าต่อจากนี้ คุณจะเจอกับตัวเองในคาบบ่ายวันนี้"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29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32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41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57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68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23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73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09:23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09:45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10:57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11:27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7517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8711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09:23–09:45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09:45–10:15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10:25–10:57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10:57–11:27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11:27–11:50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