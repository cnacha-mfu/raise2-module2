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repo สองตัวนี้ให้ดูเทียบ ห้ามคัดลอกมาส่งเป็นงานของตัวเอง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จบ 09:35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"Node เหมือนเครื่องเล่นแผ่น ถ้าไม่มีเครื่องเล่น แผ่นก็เปิดไม่ได้ · npm เหมือนร้านขายน้ำพริกแกงสำเร็จ ไม่ต้องตำเอง" แล้วบอกว่าใครพิมพ์ node -v แล้วไม่ขึ้นเลขเวอร์ชัน ให้พิมพ์ 🔴 ในแชทตอนบ่ายทันที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อ่านออกเสียงทีละบรรทัดพร้อมบอกผลที่จะเห็น แล้วพูดว่า "มีสามคำสั่งนี้จริง ๆ ครับ ที่เหลือ Claude Code พิมพ์ให้เอง" บอกให้ทุกคนแคปสไลด์นี้เก็บไว้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บอกว่านี่คือส่วน A ของใบงานบ่ายนี้ทั้งส่วน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สลับไปหน้าจอสาธิตตามสคริปต์ w6-demo-fixit.md บล็อก A · ก่อนสลับพูดว่า "ทุกคนดูอย่างเดียวนะครับ ยังไม่ต้องทำตาม ตอนบ่ายมีใบงานที่มีทุกขั้นตอนให้ทำเอง"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B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ย้ำคำเทียบ "Denormalize = จดข้อมูลที่ใช้บ่อยซ้ำไว้ในไฟล์เลย จะได้ไม่ต้องไปเปิดหาที่อื่น" · พูดว่า "ถ้าตอนบ่ายชื่อคนไม่ขึ้นบนหน้าจอ ขึ้นแต่รหัสประหลาด 90% 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 นี่คือสิ่งที่เรียกว่าจดซ้ำ"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C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หน้าเว็บไปถามตู้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เชื่อมเว็บกับตู้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ต่อหน้ารายการให้อ่านจากตู้จริง"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แต่มันคือตู้ที่ไม่ล็อกกุญแจ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คือหน้าเว็บที่เปิดดูข้อมูลในตู้ด้วยตา มันตอบคำถามนี้ใน 10 วินาที ข้อมูลอยู่ในตู้ไหม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D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ดูว่าข้อมูลอยู่ในตู้ไหม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25 นาทีครับ และผมจะสอนจากสิ่งที่คุณเพิ่งเห็นกับตาทั้งเช้านี้ ไม่ใช่จากทฤษฎี"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"เหมือนโต๊ะทำงาน วางกระดาษเพิ่มเรื่อย ๆ ของเก่าถูกดันตกโต๊ะ" · ถามห้องว่า "ใครสังเกตว่าช่วงท้ายเดโม AI เริ่มตอบช้าลงบ้าง" · เชื่อมว่า "เรื่องนี้เรียนหลักการไปแล้วใน Module 1 วันนี้เห็นของจริงกับโปรเจกต์จริง"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E · ก่อนเริ่มพูดว่า "ผมจะทำสิ่งที่ห้ามทำให้ดูนะครับ เพื่อให้เห็นอาการจริงว่าหน้าตาเป็นยังไง จะได้จับได้ตอนเจอเอง" · นี่คือจุดที่ตั้งใจให้พังของสัปดาห์นี้ ห้ามตัด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แล้วย้ำว่า "หน้าเดียวพอครับ หน้ารายการหน้าเดียวที่อ่านจากฐานจริง หน้าอื่นยังใช้ข้อมูลปลอมได้ ปุ่มเพิ่มแก้ลบเป็นของสัปดาห์หน้า" · ย้ำ commit "ผมเปิดดูประวัติได้ว่าใครพิมพ์บ้าง"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(ตู้เก็บข้อมูลที่อยู่ต่อแม้ปิดเบราว์เซอร์)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วันนี้เราต่อตู้เก็บข้อมูลให้ระบบของคุณ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(ตู้เก็บข้อมูลบนคลาวด์)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หน้ารายการที่อ่านข้อมูลจากตู้จริง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Sprint 1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 เครื่องมือพื้นฐาน — ทบทวน Git · Node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09:35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10:10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10:20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11:25  Context และ Token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ตัวละคร 3 ตัวของทุกสัปดาห์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ระบบ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ใครลงมือ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ระบบแจ้งซ่อมออนไลน์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ผู้สอนสาธิตตอนเช้า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ระบบขอลาออนไลน์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ทุกคน — ในใบงานบ่ายนี้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👤 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โจทย์จาก Hackathon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คุณ — ในการบ้าน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เปิดดูต้นแบบก่อน — จะได้เห็นภาพปลายทาง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(ผู้สอนใช้สาธิต) · https://cnacha-mfu.github.io/raise2-module2/materials/shared/prototypes/fixit/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5488"/>
            <a:ext cx="10545775" cy="1281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(ทุกคนทำในใบงานบ่ายนี้) · https://cnacha-mfu.github.io/raise2-module2/materials/shared/prototypes/leaveeasy/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52036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 แล้วกดรีเฟรช — ข้อมูลหายหมด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95088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นั่นคือสิ่งที่เราจะแก้วันนี้: ทำให้ระบบ จำได้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3814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💻 อยากดูโค้ด: github.com/cnacha-mfu/fixit และ /leaveeasy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09:10–09:35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 คนละ 3–4 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Node.js และ npm — เท่าที่ใช้จริงวันนี้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= โปรแกรมที่ทำให้เว็บของเรารันบนเครื่องได้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npm = ตัวติดตั้งชิ้นส่วนสำเร็จรูปที่คนอื่นเขียนไว้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ติดตั้งไว้แล้วตั้งแต่ Module 1 — วันนี้ไม่ต้องติดตั้งใหม่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คุณไม่ต้องรู้จักชื่อชิ้นส่วน Claude เลือกให้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คำสั่งที่ใช้จริงวันนี้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node -v          ตรวจว่ามี Node แล้ว → เห็นเลขเวอร์ชัน เช่น v20.11.0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install      โหลดชิ้นส่วนที่โปรเจกต์ต้องใช้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run dev      เปิดเว็บของเราขึ้นมาดูในเบราว์เซอร์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checkout .   ย้อนไฟล์กลับไปจุดที่ commit ไว้ล่าสุด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375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git ใช้ได้เสมอ แม้ปิดหน้าต่างหรือพังข้ามวัน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init → commit แรก "นำ prototype เข้าโปรเจกต์"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ให้ Claude ตั้งค่าให้สั่ง npm run dev ได้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git init → commit 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ตั้งค่า npm run 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Node.js กับ npm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09:35–10:10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รู้ว่าในห้องย่อย ใครรับผิดชอบจังหวะไหน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10:20–10:55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ทางแก้ — จดชื่อซ้ำไว้ในไฟล์เลย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ศัพท์ทางการเรียกว่า Denormalize (จดซ้ำ)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เก็บทั้ง reporterId และ reporterName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เปิดไฟล์ใบเดียว ได้ครบทุกอย่างที่ต้องแสดง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ไม่ต้องวิ่งไปเปิดโฟลเดอร์อื่น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10:55–11:25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ตู้เก็บข้อมูลบนคลาวด์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หน้าเว็บถามตู้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เปิดตู้โหมดทดสอบ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ประตูตู้ยังเปิดอยู่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ตู้ที่ใครมีที่อยู่ก็เปิดอ่านเขียนได้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สร้างตู้ · seed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เชื่อมเว็บกับตู้ แล้ว seed ด้วยวงจร 4 จังหวะ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ต่อหน้ารายการอ่านจากตู้จริง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Context และ Token ⏱ 11:25–11:50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สังเกตไหม — เราคุยกับ AI มายาวมากแล้ว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บทสนทนาเดียว ตั้งแต่ 9 โมงจนถึงตอนนี้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ความจำของ AI ในหนึ่งบทสนทนา — มีขีดจำกัด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Token = หน่วยนับข้อความที่กินความจำนั้น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เต็มแล้วของเก่าจะเลือนไป — ข้อตกลงตอนเช้าหายก่อน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ปล่อยให้ความจำบวมจนลืมข้อตกลง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ผมจะสั่งงานมั่ว ๆ ต่อจากบทสนทนายาวทั้งเช้า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ดูอาการจริง: ลืมสถานะภาษาไทยที่ตกลงกันไว้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แล้วกู้ให้ดูทีละขั้น จนกลับมาทำงานได้ดีกว่าเดิม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ของคุณ ที่รันเว็บ prototype 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Firestore มีข้อมูลจริง — เปิด Console แล้วเห็น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หน้ารายการอ่านจากฐานจริง + commit จากอย่างน้อย 2 คน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ส่งผ่าน Google Classroom แนบลิงก์ · ศุกร์ 4 ก.ย. 23:59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 เข้า repo ของคุณ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เว็บขึ้นจาก repo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ใบลา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บนเครื่องตัวเอง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📸 โพสต์ screenshot ทุก Checkpoint จากเครื่องคุณ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