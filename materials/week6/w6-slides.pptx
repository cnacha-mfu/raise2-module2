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ทักทายด้วยชื่อคนที่เห็นในห้องอย่างน้อย 3 คน แล้วพูดว่า "วันนี้เป็นวันแรกของ Module 2 ครับ Module 1 กลุ่มของทุกคนได้เว็บ prototype ที่กดดูได้มาแล้ว วันนี้เราจะทำให้มันเริ่มจำข้อมูลได้จริง ขอให้เปิดกล้อง 1 นาทีตอนเริ่ม ให้ผมเห็นว่ากลุ่มไหนมาครบ"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ถามห้องก่อนว่า "ใครเคยกรอกฟอร์มใน prototype ของตัวเองแล้วรีเฟรช ข้อมูลหายไหมครับ" รอคำตอบในแชท แล้วพูดว่า "หายทุกกลุ่มครับ เพราะมันยังไม่มีที่เก็บ วันนี้เราจะแก้เรื่องนี้"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3 วินาทีให้อ่าน แล้วพูดว่า "ประโยคนี้คือความคิดเดียวของวันนี้ครับ เย็นนี้ระบบของกลุ่มคุณจะจำข้อมูลได้ ปิดเบราว์เซอร์แล้วเปิดใหม่ ข้อมูลยังอยู่"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"สี่ข้อนี้คือของจับต้องได้ ไม่ใช่ความรู้สึกว่าเข้าใจ ตอนบ่ายกลุ่มคุณจะทำครบทั้งสี่ข้อกับโครงงานของกลุ่มเอง" ย้ำว่าข้อสุดท้ายคือครั้งแรกที่หน้าจอกับฐานข้อมูลได้เจอกัน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หยุด 2 วินาทีก่อนพูด แล้วพูดว่า "ก่อนเริ่ม ผมอยากเคลียร์เรื่องนี้ก่อน เพราะความกลัวว่าต้องรู้ทุกอย่างทำให้คนหยุดตัวเองก่อนได้เริ่ม" ค้างสไลด์ 5 วินาทีให้อ่านทัน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พูดทีละข้อ ช้า ๆ แล้วปิดท้ายว่า "สิ่งที่คุณต้องทำได้มีอย่างเดียว คืออ่านสิ่งที่ AI เขียนมาแล้วบอกได้ว่าใช่หรือไม่ใช่ นั่นคือทักษะของ Module นี้" · เตือนว่า "คำสั่งของ Claude Code เปลี่ยนได้ตามเวอร์ชัน ถ้าพิมพ์แล้วไม่ได้ผล พิมพ์ /help ดูรายการที่ใช้ได้จริงในเครื่องคุณ"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ชี้บรรทัดแรกแล้วพูดว่า "วันนี้เราไม่สร้างหน้าจอจากศูนย์นะครับ กลุ่มคุณมี prototype อยู่แล้ว เรานำมันเข้า repo แล้วต่อฐานข้อมูลเลย" · ชี้คำว่า "อ่านจริง" แล้วบอกว่า "วันนี้เราทำเฉพาะการอ่านข้อมูลจากฐาน ปุ่มเพิ่ม แก้ ลบ เป็นเรื่องของสัปดาห์หน้า อย่าเพิ่งไปทำ"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"ผมจะบอกทุกครั้งว่าเราอยู่ตรงไหนของแผนที่นี้" ชี้สองบรรทัดที่มีดาวแล้วบอกว่า "สองช่วงนี้คือหัวใจของวันนี้ครับ วิธีสั่งงาน AI กับการสร้างฐานข้อมูลจริง"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ชี้ทีละแถวแล้วย้ำหนัก ๆ ว่า "บ่ายนี้กลุ่มคุณทำโครงงานของกลุ่มเอง ไม่ใช่ FixIt และไม่ใช่ LeaveEasy · LeaveEasy อยู่ในใบงานเป็นเฉลยตัวอย่างข้างทุกขั้น ให้ดูว่าผลลัพธ์ควรหน้าตาแบบไหน แล้วแปลมาใช้กับโจทย์ของกลุ่ม"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ให้ผู้เรียนเปิดลิงก์ตามใน 2 นาที แล้วถามว่า "กรอกแล้วรีเฟรช เกิดอะไรขึ้นครับ" รอคำตอบในแชท · ย้ำว่าต้นแบบของกลุ่มเองจาก Module 1 ก็เป็นแบบเดียวกัน · repo สองตัวนี้ให้ดูเทียบ ห้ามคัดลอกมาส่งเป็นงานกลุ่ม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25 นาที จบ 09:35 ครับ · Git ทุกคนใช้เป็นแล้วตั้งแต่ Module 1 สัปดาห์ที่ 2 ผมทบทวน 15 นาทีเฉพาะเรื่องที่ต้องใช้ทั้งเดือน · ของใหม่จริงของช่วงนี้คือการนำ prototype เข้าโครงโปรเจกต์"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"กลุ่มไหน prototype ยังรันไม่ได้ หรือหาไฟล์ DB Schema ไม่เจอ พิมพ์ชื่อกลุ่มในแชทครับ" รอ 20 วินาที แล้วบอกว่า TA จะตามไปช่วยก่อนบ่าย · ย้ำว่าแบบฟอร์มความพร้อมปิดไปแล้วเมื่อวันพฤหัส กลุ่มที่ติดธงแดงมีคิว Consult อยู่แล้ว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เปรียบว่า "Node เหมือนเครื่องเล่นแผ่น ถ้าไม่มีเครื่องเล่น แผ่นก็เปิดไม่ได้ · npm เหมือนร้านขายน้ำพริกแกงสำเร็จ ไม่ต้องตำเอง" แล้วบอกว่ากลุ่มไหนพิมพ์ node -v แล้วไม่ขึ้นเลขเวอร์ชัน ให้พิมพ์ 🔴 ในแชทตอนบ่ายทันที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อ่านออกเสียงทีละบรรทัดพร้อมบอกผลที่จะเห็น แล้วพูดว่า "มีสามคำสั่งนี้จริง ๆ ครับ ที่เหลือ Claude Code พิมพ์ให้เอง" บอกให้ทุกกลุ่มแคปสไลด์นี้เก็บไว้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"Git ไม่ใช่ของใหม่ ทุกคนใช้มาแล้วตั้งแต่ Module 1 สัปดาห์ที่ 2 ผมทบทวนเฉพาะสองเรื่องที่ต้องใช้ทุกชั่วโมงใน Module นี้ คือ commit กับการย้อนกลับ" · บอกล่วงหน้าว่า "ของใหม่จริงคือการทำงานหลายคนบน repo เดียว ซึ่งอยู่สัปดาห์ที่ 7 วันนี้ยังไม่ต้องกังวล"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"commit คือเหตุผลที่เรากล้าให้ AI แตะโปรเจกต์จริง พังเมื่อไรย้อนกลับได้ใน 5 วินาที" · เตือนว่าข้อความ commit ต้องอ่านรู้เรื่อง เช่น "เพิ่มหน้ารายการใบแจ้งซ่อม" ไม่ใช่ "update" เพราะตอนต้องย้อน คุณต้องหาหมุดเจอ · บ่ายนี้ Checkpoint 3 ตรวจข้อนี้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เปิดด้วยคำถามที่ทุกคนกลัวที่สุด "ถ้า AI แก้แล้วพังจะทำยังไงครับ" รอ 5 วินาที แล้วชี้ทีละบรรทัดว่า "มีตาข่ายรับสองชั้น ไม่ได้มีชั้นเดียว" · ย้ำว่าเมนู Esc Esc ย้อนได้ทั้งไฟล์และบทสนทนา · ปิดท้ายว่า "ถ้าเมนูหน้าตาไม่เหมือนของผม พิมพ์ /help ดูรายการของเวอร์ชันคุณ"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ชี้ทีละบรรทัดแล้วพูดว่า "สังเกตว่าปุ่มย้อนมาก่อนเสมอ ขั้นที่ 2 มาก่อนขั้นที่ 3 เพราะเดี๋ยว AI จะเข้ามาแตะไฟล์จริง เราต้องมีหมุดก่อน" · บอกว่านี่คือส่วน A ของใบงานบ่ายนี้ทั้งส่วน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สลับไปหน้าจอสาธิตตามสคริปต์ w6-demo-fixit.md บล็อก A · ก่อนสลับพูดว่า "ทุกคนดูอย่างเดียวนะครับ ยังไม่ต้องทำตาม ตอนบ่ายมีใบงานที่มีทุกขั้นตอนให้กลุ่มทำเอง"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ถามห้องสด ๆ ว่า "ถ้าสั่ง AI ไปเมื่อกี้แล้วรู้ตัวทันทีว่าไม่ใช่ ใช้ตาข่ายชั้นไหน พิมพ์ตอบในแชทครับ" คำตอบที่ต้องการคือ Esc Esc · อ่านคำตอบ 2–3 อันแล้วเข้าช่วงที่ 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35 นาที และเป็นหัวใจของทั้ง Module ครับ เราจะได้วิธีทำงานกับ AI ที่ทำแล้วไม่พัง ทุกเดโมหลังจากนี้ผมจะใช้วิธีนี้ให้เห็นซ้ำ ๆ ทั้งวัน"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ย้ำข้อสุดท้ายว่า "นี่คือเหตุผลที่ผมทบทวน Git ก่อนครับ ไม่ใช่บังเอิญ เครื่องมือนี้แก้ไฟล์จริง เราต้องมีปุ่มย้อนก่อน"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อ่านออกเสียงทั้ง 4 จังหวะช้า ๆ แล้วพูดว่า "นี่คือวงจรที่กลุ่มคุณจะหมุนอีกหลายร้อยรอบใน Module นี้ ท่องไว้ 4 จังหวะ"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ชี้กล่องซ้ายสุดก่อน "จังหวะที่หนึ่ง พิมพ์สั้น 1 ถึง 3 บรรทัด บอกว่าอยากได้อะไร แล้วขอแผนก่อน" · กล่องที่สอง "AI เขียนแผนเป็นข้อ ๆ ยังไม่แตะโค้ด" · หยุดค้างที่กล่องเข้ม 5 วินาที พูดหนักแน่นว่า "จังหวะที่สามคือจังหวะของคุณ อ่านแผนแล้วบอกว่าข้อไหนไม่ใช่ นี่คืองานของคุณทั้ง Module" · กล่องขวาสุด "ค่อยสั่งลงมือ ทีละข้อ" · ชี้ลูกศรวนกลับ "งานถัดไปเริ่มที่จังหวะหนึ่งใหม่"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อ่านสองข้อบนออกเสียงช้า ๆ แล้วพูดว่า "ผมไม่ได้ขอให้คุณเขียนคำสั่งเก่ง ผมขอให้คุณอ่านแล้วบอกว่าข้อไหนไม่ใช่ ซึ่งคุณทำเป็นอยู่แล้วในงานประจำ" · ข้อสุดท้ายเสริมว่า "อ่านแผนไปเรื่อย ๆ คุณจะตอบได้เองตอน Sprint 1 Review ว่าระบบกลุ่มคุณทำงานยังไง ซึ่งวัดเป็นรายบุคคล"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อ่านกล่องเหลืองออกเสียง แล้วพูดว่า "สองบรรทัดครับ เท่านี้จริง ๆ" · ชี้กล่องเทา "นี่คือแผนที่ AI เขียนกลับมา ยังไม่มีโค้ดสักบรรทัด อ่านให้ครบทุกข้อก่อนตอบ" · ถามห้องว่า "ข้อไหนที่คุณอยากแก้บ้างครับ" รอคำตอบจริงก่อนเปลี่ยนสไลด์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 "ผมไม่ได้เขียนแผนใหม่ทั้งฉบับ บอกไปสองข้อที่ไม่ใช่ แล้วบอกว่าที่เหลือโอเค เท่านี้พอ" · ชี้ประโยค "ทำทีละข้อ เสร็จข้อไหนบอกผมก่อน" แล้วพูดว่า "ประโยคนี้ทำให้เราตรวจได้ทีละข้อ ไม่ใช่มารู้ตอนพังทั้งก้อน" · ให้ทุกคนถ่ายรูปสองสไลด์นี้เก็บไว้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 3 กล่อง หยุดค้างที่กล่องเข้ม "ตรงนี้คือจุดที่เจ็บ พังหนึ่งในห้า แล้วไม่รู้ว่าอันไหน" · จบแถบบน "ต้องรื้อทั้งก้อน ทั้งที่ของดีมีอยู่ 4 อย่าง" · ไล่แถบล่างทีละกล่อง ปิดท้าย "แถบล่างช้ากว่าตอนสั่ง แต่เร็วกว่ามากตอนที่มีอะไรพัง"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 "อันนี้สั่ง 5 เรื่องพร้อมกัน ไม่มีจังหวะให้เราตรวจเลย" · ชี้กล่องล่าง "อันล่างสั้นกว่า และจบด้วยการขอแผน รายละเอียดที่เหลือไปบอกในจังหวะที่สาม ตอนเห็นแผนแล้ว" ให้ห้องดู 15 วินาที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แล้วพูดว่า "คนที่พิมพ์กับคนที่ตรวจแผนเป็นคนละคน ตั้งใจให้เป็นแบบนั้น เพราะคนที่พิมพ์จะรีบกดโอเค" · ย้ำว่าบทบาทหมุนทุก Checkpoint ใบงานบ่ายนี้มีช่องให้จดชื่อ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B · ผู้เรียนต้องเห็นตอนที่แผนมาผิดแล้วผู้สอนแก้ด้วยประโยคเดียว ห้ามตัด · ก่อนเริ่มพูดว่า "ดูให้ดีนะครับ ตอนบ่ายกลุ่มคุณจะทำซ้ำแบบนี้หลายรอบ"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4 จังหวะคืออะไรโดยไม่เปิดสไลด์ รอ 30 วินาที อ่านคำตอบดัง ๆ 2 อัน · ถามต่อว่า "จังหวะไหนเป็นของเรา" คำตอบที่ต้องการคือจังหวะที่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"ลุกจากเก้าอี้จริง ๆ นะครับ ครึ่งหลังคือของใหม่ทั้งหมด ฐานข้อมูลแบบโฟลเดอร์และไฟล์" ตั้งนาฬิกาจับเวลาแชร์บนหน้าจอไว้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"ช่วงนี้ 35 นาที ขอให้พักมือจากคีย์บอร์ด ฟังและคิดตามอย่างเดียว เพราะช่วงนี้คือวิธีคิดที่กลุ่มคุณต้องใช้วาดแบบบนกระดาษตอนบ่าย"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ให้ผู้เรียนพิมพ์ 🙋 ในแชท รอจนได้อย่างน้อย 10 คน แล้วค่อยไปสไลด์ถัดไป · จังหวะนี้สำคัญ อย่าข้าม เพราะทั้งช่วงสร้างบนคำตอบนี้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"ทุกคนที่ยกมือเมื่อกี้ ใช้วิธีคิดแบบ NoSQL มาหลายปีแล้วโดยไม่รู้ตัว วันนี้เราจะแปะชื่อทางการลงบนสิ่งที่คุณทำเป็นอยู่แล้วเท่านั้น" · แปลศัพท์ทันที "NoSQL คือฐานข้อมูลที่เก็บแบบโฟลเดอร์และไฟล์ ไม่ใช่แบบตาราง Excel"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"นี่คือวิธีที่เราออกแบบ DB Schema กันไว้ตั้งแต่เดือนที่ 1 ตารางหนึ่งใบ ข้างในมีแถว ในแถวมีคอลัมน์" · ไล่นิ้วทีละกล่อง จบที่กล่องเข้ม · ย้ำหนักแน่นว่า "แบบนี้ไม่ผิดและไม่ต้องทิ้งนะครับ สไลด์ถัดไปคือของชุดเดียวกัน ในภาษาของ Firestore"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ชี้กล่องซ้ายสุด "โฟลเดอร์คือของที่สไลด์ที่แล้วเรียกว่าตาราง" · ไล่เทียบเป็นคู่ "แถวคือไฟล์ คอลัมน์คือข้อมูลในไฟล์" · จบที่กล่องเข้ม "ไม่มีของใหม่ที่ต้องเรียนเลยครับ มีแต่ชื่อเรียกใหม่"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อ่านออกเสียงทีละแถวจากซ้ายไปขวา "โฟลเดอร์ เรียกว่า collection ตัวอย่างคือโฟลเดอร์ tickets" · ย้ำว่าจำสามคำนี้ได้ ที่เหลือของวันนี้จะตามได้ลื่น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 path เต็มแล้วพูดว่า "อ่านจากซ้ายไปขวาเหมือนที่อยู่บ้าน โฟลเดอร์ tickets ไฟล์ t001 ข้างในมีโฟลเดอร์ comments ไฟล์ c001" · ให้ห้องอ่านตามพร้อมกัน 1 รอบ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"ค่อย ๆ กวาดตาดูนะครับ นี่คือทั้งฐานข้อมูลของ FixIt อยู่ในภาพเดียว" หยุด 10 วินาที · อย่าเพิ่งอธิบายบรรทัดที่จดชื่อซ้ำ ปล่อยค้างไว้ก่อน เดี๋ยวกลับมาที่มัน · ถามห้อง "โฟลเดอร์ใหญ่มีกี่โฟลเดอร์ · โฟลเดอร์ย่อยซ้อนอยู่ตรงไหน" ให้ตอบในแชท คำตอบคือ 3 กับ ซ้อนในไฟล์ t001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"ถ้าไฟล์หนึ่งสะกดตัวเล็ก อีกไฟล์สะกดตัวใหญ่ ระบบจะพังแบบเงียบ ๆ ไม่มี error ให้เห็น หน้าจอจะว่างเฉย ๆ" · บอกว่า "นี่คือเหตุผลที่ตอนบ่ายกลุ่มคุณต้องเขียนชื่อช่องข้อมูลทุกตัวลงกระดาษก่อน แล้วใช้ชุดเดียวกันทั้งระบบ และเป็นเหตุผลเดียวที่วันนี้จะมี prompt ยาวอยู่หนึ่งอัน"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สไลด์ที่ห้ามรีบที่สุดของช่วงนี้ · เล่าเป็นภาพ "เหมือนเปิดใบเสร็จแล้วเห็นแต่รหัสลูกค้า ต้องวิ่งไปเปิดแฟ้มทะเบียนลูกค้าอีกตู้ทุกครั้งที่อยากรู้ว่าใคร" · แปลศัพท์ JOIN = การเชื่อมสองตารางเข้าหากันในฐานข้อมูลแบบเดิม ซึ่ง Firestore ไม่มี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ย้ำคำเทียบ "Denormalize = จดข้อมูลที่ใช้บ่อยซ้ำไว้ในไฟล์เลย จะได้ไม่ต้องไปเปิดหาที่อื่น" · พูดว่า "ถ้าตอนบ่ายชื่อคนไม่ขึ้นบนหน้าจอ ขึ้นแต่รหัสประหลาด 90% คือเก็บแต่ ID ไว้ ให้กลับมาที่สไลด์นี้"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ชี้แถบบนไล่จากซ้าย หยุดที่กล่องเข้ม "ถึงตรงนี้หน้าจอขึ้นแต่ u001 อ่านแล้วไม่รู้ว่าใคร" · กล่องขวาสุดแถบบน "ใบแจ้งซ่อม 20 ใบ ก็วิ่ง 20 รอบ" · ไล่แถบล่างทีละกล่อง ปิดที่ "จบในไฟล์เดียว นี่คือสิ่งที่เรียกว่าจดซ้ำ"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"นี่คือการแลกที่ NoSQL บังคับให้เลือก ไม่มีทางเลือกที่ได้ทุกอย่าง" · เกณฑ์ตัดสิน: จดซ้ำสิ่งที่ต้องโชว์บนหน้ารายการและเปลี่ยนไม่บ่อย เช่นชื่อคน ชื่อประเภท · ตอบไม่ได้ว่าเปลี่ยนบ่อยไหม ให้จดซ้ำไว้ก่อน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"สี่บรรทัดนี้คือทั้งหมดของการแปลง ถ่ายรูปสไลด์นี้เก็บไว้ ตอนบ่ายกลุ่มคุณใช้มันวาดแบบของโครงงานตัวเองบนกระดาษ" · อธิบายข้อสาม "ช่องที่ชี้ไปตารางอื่น ศัพท์ทางการคือ Foreign Key เช่นช่องผู้แจ้งที่ชี้ไปตาราง users"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C · ช่วงนี้ผู้เรียนต้องตอบเองอย่างน้อย 3 ครั้ง อย่าเฉลยเอง · นี่คือแบบฝึกเดียวกับที่กลุ่มทำบนกระดาษตอนบ่ายส่วน 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เทียบกับกระดานทีละบรรทัด "ตาราง users กลายเป็นโฟลเดอร์ users" · พูดว่า "กระดาษแผ่นนี้แหละคือแบบก่อสร้าง ช่วงถัดไปผมจะสร้างของจริงตามแบบนี้เป๊ะ ๆ ห้ามสร้างโดยไม่มีแบบ"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ให้ทุกคนพิมพ์ในแชทว่า "ไม่มี JOIN แปลว่าอะไร" ตอบสั้น ๆ คนละบรรทัด · ถ้ามีคนตอบว่าเชื่อมตารางไม่ได้ ให้ชมแล้วเสริมว่า "และทางแก้คือจดซ้ำ" · แล้วเข้าช่วงที่ 4 ทันที เวลาจะเริ่มกระชั้น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"30 นาทีนี้ผมลงมือทำจริงให้ดูเกือบทั้งช่วง และผมจะใช้วงจร 4 จังหวะที่สอนเมื่อเช้าทุกงาน คุณไม่ต้องพิมพ์ตาม ทุกคำสั่งอยู่ในใบงานบ่ายนี้แล้ว"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"ข้อสามคือของขวัญของ Firebase ครับ หลักสูตรทั่วไปต้องเขียนตัวกลางเองอีกชั้น เราข้ามไปได้ทั้งชั้น" · ถามว่า "กลุ่มไหนเข้า Firebase console ไม่ได้ หรือลืมรหัส พิมพ์ 1 ในแชท" ให้ TA ตามช่วยก่อนบ่าย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ชี้ทีละกล่องจากซ้าย "ผู้ใช้เปิดหน้ารายการ หน้าเว็บไปถามตู้ Firestore ส่งข้อมูลกลับมา แล้วแสดงบนจอ" · หยุดที่กล่องเข้ม "กล่องนี้กล่องเดียวอยู่บนคลาวด์ ที่เหลืออยู่ในเครื่องคุณ ข้อมูลจึงไม่หายตอนปิดเบราว์เซอร์" · ปิดท้าย "สังเกตว่าลูกศรวิ่งทางเดียว วันนี้เราอ่านอย่างเดียว ยังไม่เขียนจากหน้าเว็บ"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แปลศัพท์ CRUD = เพิ่ม ดู แก้ ลบ ข้อมูล · ย้ำหนัก ๆ ว่า "วันนี้ห้ามทำเกินตัว R นะครับ กลุ่มที่รีบไปทำปุ่มบันทึกวันนี้ จะไปพังตอนสัปดาห์ที่ 7 ซึ่งมีที่ทางของมันอยู่แล้ว" · ส่วนข้อมูลที่ใส่วันนี้ใช้ตัวช่วยที่เรียกว่า seed ซึ่งอยู่สไลด์ถัดไป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ไล่ทีละกล่อง "หนึ่ง เปิด Firestore ในโหมดทดสอบ · สอง เชื่อมเว็บกับตู้ แล้วใส่ข้อมูลตัวอย่างที่เรียกว่า seed · สาม เปิด Console ส่องด้วยตาว่าข้อมูลเข้าจริง · สี่ ต่อหน้ารายการให้อ่านจากตู้จริง" · หยุดที่กล่องเข้ม "ขั้นที่สามคือขั้นที่คนข้ามแล้วเจ็บที่สุด สร้างเสร็จต้องส่องด้วยตาเสมอ"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"โหมดทดสอบเหมาะกับวันนี้เพราะเรายังไม่มีล็อกอิน แต่มันคือตู้ที่ไม่ล็อกกุญแจ ห้ามใส่ข้อมูลจริงของใครเด็ดขาด" · จำนวนวันหมดอายุขึ้นกับ Firebase ตรวจสอบล่าสุดก่อนสอน ตอนสาธิตให้ซูมที่วันหมดอายุแล้วให้ทุกกลุ่มจดของตัวเองตอนบ่าย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"เมื่อเช้าผมบอกว่า prompt ต้องสั้น วันนี้มีข้อยกเว้นเดียวคือตอนใส่ข้อมูลตัวอย่าง เพราะต้องระบุชื่อช่องข้อมูลให้ครบทุกตัวจากแบบบนกระดาษ ห้ามให้ AI เดา" · ย้ำว่าใบงานบ่ายนี้เขียนกำกับไว้ตรงจุดนั้นแล้วว่าทำไมยาวได้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"คำถามที่ทำให้คนจมทั้งบ่ายคือ ไม่รู้ว่าพังตรงไหน · Firebase Console คือหน้าเว็บที่เปิดดูข้อมูลในตู้ด้วยตา มันตอบคำถามนี้ใน 10 วินาที ข้อมูลอยู่ในตู้ไหม ถ้าอยู่ แปลว่าพังตอนอ่าน ถ้าไม่อยู่ แปลว่าพังตอนใส่"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D · แปลศัพท์ seed = ใส่ข้อมูลตัวอย่างชุดแรกเข้าฐานข้อมูล · ทุกงานในบล็อกนี้เดินด้วยวงจร 4 จังหวะ ให้ผู้เรียนเห็นซ้ำ · ห้ามตัดตอนแก้ข้อมูลใน Console แล้วหน้าเว็บเปลี่ยนตาม เพราะเป็นภาพที่ทำให้เข้าใจคำว่า "อ่านจากฐานจริง"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หลังปิดเบราว์เซอร์แล้วเปิดใหม่ให้เห็นข้อมูลเดิม ให้ห้องพิมพ์ 🎉 ในแชท · พูดว่า "นาทีนี้คือนาทีที่ระบบเปลี่ยนจากภาพนิ่งเป็นระบบที่มีความจำ บ่ายนี้กลุ่มคุณจะได้ความรู้สึกนี้กับโครงงานของตัวเอง"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ถามห้องว่า "ถ้าหน้ารายการว่างเปล่า ขั้นแรกทำอะไร" คำตอบที่ต้องการคือ เปิด Console ดูว่าข้อมูลอยู่ในตู้ไหม · ให้ตอบในแชทก่อนไปช่วงสุดท้าย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"ช่วงสุดท้าย 25 นาทีครับ และผมจะสอนจากสิ่งที่คุณเพิ่งเห็นกับตาทั้งเช้านี้ ไม่ใช่จากทฤษฎี"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เปรียบว่า "เหมือนโต๊ะทำงาน วางกระดาษเพิ่มเรื่อย ๆ ของเก่าถูกดันตกโต๊ะ" · ถามห้องว่า "ใครสังเกตว่าช่วงท้ายเดโม AI เริ่มตอบช้าลงบ้าง" · เชื่อมว่า "เรื่องนี้เรียนหลักการไปแล้วใน Module 1 วันนี้เห็นของจริงกับโปรเจกต์จริง"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"จำสามข้อนี้ให้ได้ครับ บ่ายนี้กลุ่มคุณจะเจอเองแน่นอน และผมอยากให้คนที่ไม่ได้พิมพ์เป็นคนจับอาการนี้ให้กลุ่ม เพราะคนที่พิมพ์จะไม่ทันสังเกต"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สลับไปสาธิตตามสคริปต์บล็อก E · ก่อนเริ่มพูดว่า "ผมจะทำสิ่งที่ห้ามทำให้ดูนะครับ เพื่อให้เห็นอาการจริงว่าหน้าตาเป็นยังไง จะได้จับได้ตอนเจอเอง" · นี่คือจุดที่ตั้งใจให้พังของสัปดาห์นี้ ห้ามตัด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"อย่าล้างบทสนทนาทิ้งเฉย ๆ นะครับ เก็บสรุปก่อน ไม่งั้นต้องเล่าใหม่ทั้งหมด" · ย้ำข้อแรก "สรุปที่ AI เขียนก็ต้องตรวจ เหมือนแผน ถ้าขาดข้อตกลงเรื่องชื่อสถานะ บอกกลับไปว่าขาด"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ย้ำข้อแรกให้หนักที่สุด "คำว่าล้างทำให้คนกลัวจนไม่กล้าพิมพ์ ผมยืนยันว่าไฟล์ในโฟลเดอร์ไม่หายสักไฟล์ หายเฉพาะความจำของบทสนทนา" · ให้ทุกคนพิมพ์ในแชทว่าเข้าใจข้อนี้แล้วก่อนไปต่อ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"บางทีเราไม่อยากทิ้งบทสนทนาทั้งอัน คำสั่งนี้ย่อของเก่าให้สั้นลง คืนพื้นที่ความจำ แล้วคุยต่อได้เลย" · ชี้บรรทัดสอง "เติมข้อความต่อท้ายเพื่อบอกว่าให้เก็บเรื่องไหนไว้เป็นพิเศษได้ด้วย"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อ่านทีละแถว แล้วพูดว่า "สามทางนี้ไม่มีทางไหนผิด ต่างกันที่สถานการณ์" · ย้ำแถวกลาง "/compact คือทางตรงกลางที่หลายคนไม่รู้ว่ามี" · ปิดท้ายว่า "บ่ายนี้ขอให้ทุกกลุ่มได้ใช้จริงอย่างน้อยหนึ่งครั้ง ใบงานมีจุดให้ใช้"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"โควตาไม่ได้ไม่จำกัดนะครับ กลุ่มที่คุยยาวโดยไม่จัดการความจำ จะหมดโควตากลางคาบ ผมเห็นมาทุกรุ่น" · ห้ามบอกว่าทุกคนจะเห็นหน้าตาเดียวกัน เพราะบัญชีต่างประเภทแสดงต่างกัน ให้เปิดดูเองแล้วจด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ถามสด ๆ ว่า "ใครบอกสัญญาณสักหนึ่งข้อได้บ้าง พิมพ์ในแชทเลยครับ" รอ 20 วินาที แล้วเข้าช่วงปิดคาบ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บอกว่า "เหลือ 10 นาที มีสามเรื่องต้องประกาศ ห้ามใครออกก่อนนะครับ มีของที่ต้องส่งสัปดาห์นี้"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อ่านออกเสียงทุกข้อ แล้วย้ำว่า "หน้าเดียวพอครับ หน้ารายการหน้าเดียวที่อ่านจากฐานจริง หน้าอื่นยังใช้ข้อมูลปลอมได้ ปุ่มเพิ่มแก้ลบเป็นของสัปดาห์หน้า" · ย้ำ commit "ผมเปิดดูประวัติได้ว่าใครพิมพ์บ้าง"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ชี้ทีละแถวแล้วปิดด้วยคำถามประจำหลักสูตร "FixIt มี tickets · LeaveEasy มี leaveRequests · แล้วโครงงานของกลุ่มคุณ โฟลเดอร์หลักคืออะไร" ให้ทุกกลุ่มพิมพ์คำตอบในแชทก่อนพักเที่ยง · ย้ำว่าช่องขวาสุดกลุ่มต้องเติมเองบนกระดาษตอนบ่าย ห้ามลอกช่องกลาง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 B แล้วพูดว่า "ส่วน B ปิดคอมนะครับ ทั้งกลุ่มช่วยกันวาดบนกระดาษ เพราะแบบที่คิดไม่เสร็จ สร้างยังไงก็พัง" · ย้ำว่าบ่ายนี้ทำโครงงานของกลุ่มเอง มีเฉลย LeaveEasy กำกับทุกขั้นในใบงาน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ย้ำข้อสองว่า "คนที่ไม่มี commit เลยตลอด Module ถือว่าไม่ผ่านรายบุคคล แม้ระบบกลุ่มจะทำงานได้" · อธิบายข้อสาม "ถ้าคนที่ไม่ได้พิมพ์อธิบายปัญหาไม่ได้ แปลว่ากลุ่มเดินเร็วเกินไป" · บอกว่าคิวถามกลางและธนาคารคำตอบสด ลิงก์อยู่ในแชทแล้ว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ปิดด้วย "พักกินข้าวให้อิ่มครับ บ่ายนี้ระบบของกลุ่มคุณจะเริ่มมีความจำจริง ๆ กลุ่มไหนกลับมาเร็ว เปิดใบงานอ่านล่วงหน้าได้เลย ลิงก์อยู่ในแชทแล้ว อย่าลืมเตรียมกระดาษกับปากกาไว้คนละแผ่นสำหรับส่วน B"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Setup + Firestore — ระบบเริ่มมีความจำ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6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29 สิงหาคม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0 — เปิดคาบ ⏱ 09:00–09:10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ปัญหาของ prototype ที่กลุ่มคุณถืออยู่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prototype (หน้าเว็บตัวอย่างที่กดดูได้) จาก Module 1 เป็น ภาพนิ่ง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กรอกอะไรลงไป รีเฟรชแล้วหายหมด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เพราะยังไม่มี ฐานข้อมูล (ตู้เก็บข้อมูลที่อยู่ต่อแม้ปิดเบราว์เซอร์)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วันนี้เราต่อตู้เก็บข้อมูลให้ระบบของกลุ่มคุณ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ระบบเริ่มมีความจำ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วันนี้กลุ่มของคุณจะได้ 4 อย่างกลับไป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📁 Repo (โฟลเดอร์โครงงานที่มีปุ่มเซฟย้อนได้) ที่รันเว็บของกลุ่มได้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แบบโครงสร้างข้อมูลบนกระดาษ 1 แผ่น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🗄️ Firestore (ตู้เก็บข้อมูลบนคลาวด์) ที่มีข้อมูลจริงอยู่ข้างใน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🖥️ หน้ารายการที่อ่านข้อมูลจากตู้จริง ไม่ใช่ของปลอมในโค้ด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สิ่งที่คุณไม่ต้องรู้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5 อย่างที่คุณไม่ต้องรู้ใน Module 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ไม่ต้องเขียนโค้ดเองจากศูนย์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ไม่ต้องท่องคำสั่ง เปิดใบงานดูได้ตลอด · ลืมเมื่อไรพิมพ์ /help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ไม่ต้องรู้ว่าทุกไฟล์ทำอะไร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ไม่ต้องเข้าใจเบื้องหลังของ Firebase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❌ ไม่ต้องจำศัพท์อังกฤษ มีแผ่นคำแปลให้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 4 สัปดาห์ของ Module 2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6  prototype จาก M1 →  Repo + Firestore มีข้อมูล + หน้ารายการอ่านจริง  ← วันนี้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7  อ่านได้อย่างเดียว →  เพิ่ม/แก้/ลบครบ + ล็อกอิน + ขึ้นออนไลน์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8  ระบบออนไลน์      →  ปิดข้อมูล + ผู้ช่วย AI + Reviewer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สัปดาห์ที่ 9  ระบบที่ใช้ได้      →  ทดสอบอัตโนมัติ + Sprint 1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แผนที่ของ 3 ชั่วโมงนี้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09:10  เครื่องมือพื้นฐาน — ทบทวน Git · Node · นำ prototype เข้า repo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09:35  วงจร 4 จังหวะ ⭐ วิธีสั่งงาน AI ทั้ง Module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10:10  ☕ พัก 10 นาที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10:20  NoSQL — ฐานข้อมูลแบบโฟลเดอร์และไฟล์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10:55  สร้าง Firestore จริง ⭐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11:25  Context และ Token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11:50  ปิดคาบ → Workshop บ่าย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ตัวละคร 3 ตัวของทุกสัปดาห์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ระบบ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ใครลงมือ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ระบบแจ้งซ่อมออนไลน์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ผู้สอนสาธิตตอนเช้า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ระบบขอลาออนไลน์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ไม่มีใครสร้าง — เฉลยตัวอย่างในใบงาน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โครงงานกลุ่มคุณ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โจทย์จาก Hackathon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กลุ่มคุณ ตอนบ่าย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🧪 เปิดดูต้นแบบก่อน — จะได้เห็นภาพปลายทาง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884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🎬 FixIt ระบบแจ้งซ่อม (ผู้สอนใช้สาธิต) · https://cnacha-mfu.github.io/raise2-module2/materials/shared/prototypes/fixit/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015488"/>
            <a:ext cx="10545775" cy="12816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🔧 LeaveEasy ระบบขอลา (เฉลยตัวอย่างในใบงาน) · https://cnacha-mfu.github.io/raise2-module2/materials/shared/prototypes/leaveeasy/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352036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ลองกรอกใบใหม่ แล้วกดรีเฟรช — ข้อมูลหายหมด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895088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👉 นั่นคือสิ่งที่เราจะแก้วันนี้: ทำให้ระบบ จำได้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438140"/>
            <a:ext cx="10545775" cy="4881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💻 อยากดูโค้ด: github.com/cnacha-mfu/fixit และ /leaveeasy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1 — เครื่องมือพื้นฐาน ⏱ 09:10–09:35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ของที่กลุ่มถือมาจาก Module 1 — วันนี้ใช้ครบ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🖼️ เว็บ prototype ที่รันได้ ⭐ — บ่ายนี้นำเข้า repo ทันที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1597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📝 DB Schema (แบบโครงสร้างข้อมูล) — ใช้ช่วง NoSQL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🔥 Firebase project ที่สมัครไว้แล้วสัปดาห์ที่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👥 ทีมเดิมจาก Hackathon กลุ่มละ 3–4 คน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Node.js และ npm — เท่าที่ใช้จริงวันนี้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Node.js = โปรแกรมที่ทำให้เว็บของเรารันบนเครื่องได้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npm = ตัวติดตั้งชิ้นส่วนสำเร็จรูปที่คนอื่นเขียนไว้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ติดตั้งไว้แล้วตั้งแต่ Module 1 — วันนี้ไม่ต้องติดตั้งใหม่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คุณไม่ต้องรู้จักชื่อชิ้นส่วน Claude เลือกให้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คำสั่งที่ใช้จริงวันนี้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node -v          ตรวจว่ามี Node แล้ว → เห็นเลขเวอร์ชัน เช่น v20.11.0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npm install      โหลดชิ้นส่วนที่โปรเจกต์ต้องใช้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npm run dev      เปิดเว็บของเราขึ้นมาดูในเบราว์เซอร์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ทบทวน Git 15 นาที — ของเดิมจาก Module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commit — ปุ่มเซฟที่ย้อนกลับได้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commit = กดเซฟหนึ่งครั้ง พร้อมเขียนกำกับว่าทำอะไรไป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ทุก commit คือหมุดที่ย้อนกลับมายืนได้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AI แก้เร็วและบางครั้งแก้พัง — มีหมุดจึงกล้าปล่อยให้แก้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🎯 กติกาทั้งเดือน: ทำอะไรสำเร็จ → commit ทันที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ถ้า AI แก้แล้วพัง — ตาข่ายรับ 2 ชั้น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         หยุด Claude กลางคัน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Esc Esc      เปิดเมนูย้อนกลับ เลือกจุดที่จะย้อน (/rewind ได้ผลเดียวกัน)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git checkout .   ย้อนไฟล์กลับไปจุดที่ commit ไว้ล่าสุด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5351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1 — Esc Esc ใช้ตอนรู้ตัวทันทีว่าคำสั่งเมื่อกี้ไม่ใช่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375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🥅 ชั้นที่ 2 — git ใช้ได้เสมอ แม้ปิดหน้าต่างหรือพังข้ามวัน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นำ prototype เข้าโครงโปรเจกต์ — 4 ขั้น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1) สร้างโฟลเดอร์ใหม่ → คัดลอกไฟล์ prototype ทั้งหมดเข้าไป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2) git init → commit แรก "นำ prototype เข้าโปรเจกต์"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3) ให้ Claude ตั้งค่าให้สั่ง npm run dev ได้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4) เปิดเบราว์เซอร์ → เห็นหน้าเว็บเดิมของเรา ขึ้นจาก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นำ prototype ของ FixIt เข้า repo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FixIt ก็มี prototype จาก Module 1 เหมือนกลุ่มคุณ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คัดลอกเข้าโฟลเดอร์ใหม่ → git init → commit แรก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Claude ตั้งค่า npm run 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เห็นหน้าเว็บ FixIt ขึ้นในเบราว์เซอร์ — ข้อมูลยังเป็นของปลอม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1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Node.js กับ npm ทำหน้าที่อะไร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 commit คือปุ่มเซฟที่ย้อนได้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รู้ว่ามีตาข่าย 2 ชั้น — Esc Esc และ git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เห็นแล้วว่านำ prototype เข้า repo ทำอย่างไร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2 — 🔁 วงจร 4 จังหวะ ⭐ ⏱ 09:35–10:10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Module 1 กับ Module 2 ต่างกันตรงไหน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1: แชทกับ AI → ได้ข้อความ → เราคัดลอกเอง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Module 2: Claude Code อ่านและแก้ไฟล์จริงในเครื่องเรา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ไม่ต้องคัดลอกไปวางอีกแล้ว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แปลว่ามันแก้ของจริงได้ ทั้งดีและพัง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สั่งสั้น → AI เขียนแผน → เราตรวจแผน → ลงมือทีละข้อ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วงจร 4 จังหวะของการสั่งงาน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สั่งสั้น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AI เขียนแผน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เราตรวจแผน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สั่งลงมือทีละข้อ</a:t>
            </a:r>
          </a:p>
        </p:txBody>
      </p:sp>
      <p:sp>
        <p:nvSpPr>
          <p:cNvPr id="10" name="Left Arrow 9"/>
          <p:cNvSpPr/>
          <p:nvPr/>
        </p:nvSpPr>
        <p:spPr>
          <a:xfrm>
            <a:off x="822960" y="2761488"/>
            <a:ext cx="10545775" cy="292608"/>
          </a:xfrm>
          <a:prstGeom prst="lef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วนกลับไปทำรอบต่อไป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ทำไมต้องขอแผนก่อน — 3 เหตุผล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เขียน prompt ยาวให้ครบถ้วน เป็นเรื่องยากสำหรับทุกคน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แต่อ่านแผนแล้วบอกว่าข้อไหนไม่ใช่ ทุกคนทำได้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ผิดตั้งแต่แผน แก้ 1 บรรทัด · ผิดตอนโค้ดเสร็จ ต้องรื้อ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แผนที่ AI เขียน คือคำอธิบายสิ่งที่กำลังจะเกิดขึ้น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(1) — จังหวะที่ 1 และ 2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หน้ารายการใบแจ้งซ่อมใน prototype คอลัมน์ยังไม่ตรง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ช่วยเขียนแผนปรับให้ผมดูก่อน อย่าเพิ่งลงมือ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3739896"/>
            <a:ext cx="10545775" cy="1609344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แผนที่ AI ตอบกลับ (จังหวะที่ 2 — ยังไม่มีโค้ด)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เพิ่มคอลัมน์ สถานะ และ วันที่แจ้ง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สถานะแสดงเป็นข้อความธรรมดา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ใช้ข้อมูลตัวอย่างเดิม 3 รายการ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ตัวอย่างวงจรจริง (2) — จังหวะที่ 3 และ 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— เราแก้แผน 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 2 ขอเป็นป้ายสีตามสถานะ ข้อ 3 ขอ 5 รายการ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ที่เหลือโอเค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07899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07899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4 — สั่งลงมือ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ลงมือได้ ทำทีละข้อ เสร็จข้อไหนบอกผมก่อน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สั่งทีเดียวหลายอย่าง กับ สั่งทีละอย่าง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สั่ง 5 อย่างรวดเดียว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สั่งยาวรวดเดียว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พังแล้วหาไม่เจอ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รื้อทิ้งทั้งก้อน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สั่งทีละอย่าง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สั่งหนึ่งอย่าง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ตรวจด้วยตา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commit เก็บไว้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เทียบคำสั่ง 2 แบบ — prompt ยาวไม่ได้แปลว่าดีกว่า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❌ แบบที่พัง — ยาวรวดเดียว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ปรับหน้ารายการ เพิ่มหน้าค้นหา เปลี่ยนธีมสี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ทำให้ใช้บนมือถือได้ และใส่ข้อมูลเพิ่ม ทำพร้อมกันเลย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739896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739896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794760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✅ แบบที่ได้ผล — สั้นแล้วขอแผน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123944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ผมอยากปรับหน้ารายการใบแจ้งซ่อมให้ตรง DB Schema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ช่วยเขียนแผนให้ผมดูก่อน อย่าเพิ่งลงมือ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ในกลุ่ม ใครทำจังหวะไหน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บทบาท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ทำอะไรในวงจร 4 จังหวะ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⌨️ คนคุมคีย์บอร์ด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พิมพ์จังหวะที่ 1 และ 4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🔍 คนตรวจ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อ่านแผน แล้วบอกว่าข้อไหนไม่ใช่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📖 คนอ่านใบงาน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คอยเบรกเมื่อกลุ่มข้ามจังหวะที่ 3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📝 คนจดและถาม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จดข้อตกลง · โพสต์ screenshot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เดินวงจรเต็มรอบกับ FixIt ⏱ 13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สั่งสั้น → ขอแผน → แผนมาไม่ตรง → แก้ด้วยประโยคเดียว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สั่งลงมือทีละข้อ → ตรวจด้วยตา → commit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แถม: สั่งพลาดแล้วย้อนด้วย Esc Esc ให้ดูสด 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2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เขียน prompt สั้น 1–3 บรรทัดที่ขอแผนก่อนได้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บอกได้ว่าจังหวะที่ 3 ตรวจแผน คืองานของเรา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อธิบายได้ว่าทำไมห้ามสั่งหลายอย่างรวดเดียว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รู้ว่าในกลุ่ม ใครรับผิดชอบจังหวะไหน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☕ พัก 10 นาที — กลับมา 10:20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3 — 🗂️ NoSQL แบบโฟลเดอร์และไฟล์ ⏱ 10:20–10:55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คำถามเปิดช่วง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ใครจัดไฟล์ในคอมพิวเตอร์ตัวเองเป็นบ้าง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เคยสร้างโฟลเดอร์ แล้วมีโฟลเดอร์ย่อยข้างในไหม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เคยตั้งชื่อไฟล์ให้รู้ว่าอะไรเป็นอะไรไหม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คุณใช้ NoSQL เป็นอยู่แล้ว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แบบที่เราออกแบบไว้เดือนที่ 1 — คิดเป็นตาราง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ตาราง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2167128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แถว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2535174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2167128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คอลัมน์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แบบ Firestore — ของเดียวกัน คนละคำเรียก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โฟลเดอร์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ไฟล์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ข้อมูลในไฟล์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1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Collection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📄 ไฟล์ในโฟลเดอร์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ใบแจ้งซ่อม 1 ใบ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ข้อมูลข้างในไฟล์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Field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หัวข้อ สถานะ วันที่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แปลศัพท์ชุดที่ 2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สิ่งที่คุณคุ้นอยู่แล้ว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เรียกว่า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ตัวอย่างใน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🏷️ ชื่อไฟล์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ID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โฟลเดอร์ย่อยข้างใน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Subcollection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🗺️ ที่อยู่เต็มของไฟล์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Document Path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tickets/t001/comments/c001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หน้าตาจริงของ FixIt บน Firestore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85292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📄 u001 { name: "สมชาย", role: "employee"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📄 c001 { 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📄 t001 { title, status: "แจ้งใหม่",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reporterId: "u001",  reporterName: "สมชาย",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categoryId: "c001",  categoryName: "ไฟฟ้า"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📁 comments/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📄 cm001 { authorName, message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status กับ Status ไม่ใช่ตัวเดียวกัน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ข้อที่ต่างจากตารางมากที่สุด — ไม่มี JOIN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ในไฟล์ใบแจ้งซ่อม เก็บไว้เท่านี้ reporterId: "u001"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อยากรู้ชื่อผู้แจ้ง ต้องเปิดโฟลเดอร์ users หาไฟล์ u001 อีกที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ทำทุกครั้งที่แสดงรายการ = ช้าและยุ่ง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901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20 ใบแจ้งซ่อม = เปิดหาอีก 20 รอบ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ทางแก้ — จดชื่อซ้ำไว้ในไฟล์เลย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ศัพท์ทางการเรียกว่า Denormalize (จดซ้ำ)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เก็บทั้ง reporterId และ reporterName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เปิดไฟล์ใบเดียว ได้ครบทุกอย่างที่ต้องแสดง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ไม่ต้องวิ่งไปเปิดโฟลเดอร์อื่น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ไม่มี JOIN จึงต้องจดชื่อซ้ำ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❌ เก็บไว้เฉพาะรหัส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เห็นรหัส u001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วิ่งไปเปิด users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EAF6EC"/>
          </a:solidFill>
          <a:ln w="19050">
            <a:solidFill>
              <a:srgbClr val="3F9B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3F9B54"/>
                </a:solidFill>
                <a:latin typeface="Leelawadee UI"/>
                <a:ea typeface="Leelawadee UI"/>
                <a:cs typeface="Leelawadee UI"/>
              </a:rPr>
              <a:t>✅ จดชื่อซ้ำไว้ในไฟล์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เปิดใบแจ้งซ่อม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เห็นชื่อสมชาย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จบในไฟล์เดียว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ราคาของการจดชื่อซ้ำ — ต้องรู้ก่อนเลือก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สมชายเปลี่ยนชื่อเป็น "สมชาย ใจดี"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ไฟล์ใน users แก้จุดเดียวจบ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แต่ใบแจ้งซ่อม 20 ใบยังขึ้นชื่อเก่า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ต้องไล่แก้ทุกใบที่จดชื่อเขาไว้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แปลง DB Schema เป็นโฟลเดอร์ — กติกา 4 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 → 📁 โฟลเดอร์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แถว → 📄 ไฟล์ · คอลัมน์ → ✏️ ข้อมูลในไฟล์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ช่องที่ชี้ไปตารางอื่น → เก็บ ID + จดชื่อซ้ำ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2125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ตารางลูกที่ห้อยกับแม่ → 📁 โฟลเดอร์ย่อย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สาธิต — แปลง Schema ของ FixIt สดบนกระดาน ⏱ 10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ทำทีละตารางบนกระดานร่วม ห้ามทำล่วงหน้า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ผู้เรียนช่วยตอบว่าตารางนี้กลายเป็นอะไร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จบด้วยการวงกลมช่องที่ต้องจดซ้ำ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49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ผลลัพธ์หลังแปลงเสร็จ — แบบที่ใช้สร้างจริง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254203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users/         📄 { name, email, role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categories/    📄 { name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📁 tickets/       📄 { title, detail, status,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reporterId, reporterName,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categoryId, categoryName,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  createdAt }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                     📁 comments/ 📄 { authorName, message, createdAt }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50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3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แปลศัพท์ Collection · Document · Field เป็นภาษาคนได้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อธิบายได้ว่าทำไมต้องจดชื่อซ้ำ และราคาของมัน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ท่องกติกาแปลง 4 ข้อได้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พร้อมวาดแบบของโครงงานกลุ่มบนกระดาษ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51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4 — 🗄️ สร้าง Firestore จริง ⭐ ⏱ 10:55–11:25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Firestore — ตู้เก็บข้อมูลบนคลาวด์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เก็บเป็น 📁 โฟลเดอร์ 📄 ไฟล์ แบบที่เพิ่งเรียนเป๊ะ 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อยู่บนคลาวด์ — ปิดเบราว์เซอร์ ข้อมูลไม่หาย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หน้าเว็บคุยกับมันตรง ๆ เราไม่ต้องเขียนเซิร์ฟเวอร์เอง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 Firebase project ที่กลุ่มสมัครไว้แล้วจาก Module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เส้นทางข้อมูลของวันนี้ — อ่านอย่างเดียว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เปิดหน้ารายการ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หน้าเว็บถามตู้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Firestore ตอบกลับ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แสดงบนจอ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วันนี้ทำตัว R ตัวเดียว — CRUD ที่เหลือสัปดาห์หน้า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ตัว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ทำเมื่อไร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เพิ่มข้อมูลจากหน้าเว็บ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อ่านข้อมูลมาแสดง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วันนี้ ⭐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U / D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แก้ / ลบ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สัปดาห์ที่ 7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4 ขั้นที่ผมจะทำให้ดู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เปิดตู้โหมดทดสอบ</a:t>
            </a:r>
          </a:p>
        </p:txBody>
      </p:sp>
      <p:sp>
        <p:nvSpPr>
          <p:cNvPr id="4" name="Right Arrow 3"/>
          <p:cNvSpPr/>
          <p:nvPr/>
        </p:nvSpPr>
        <p:spPr>
          <a:xfrm>
            <a:off x="321745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55541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เชื่อมเว็บ แล้ว seed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949907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87870" y="1563624"/>
            <a:ext cx="2348407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Console ส่องด้วยตา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682362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9020325" y="1563624"/>
            <a:ext cx="2348407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หน้ารายการอ่านจริง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โหมดทดสอบ — ประตูตู้ยังเปิดอยู่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โหมดทดสอบ (test mode) = ตู้ที่ใครมีที่อยู่ก็เปิดอ่านเขียนได้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มีวันหมดอายุ — จดวันที่ไว้ เลยแล้วระบบจะเงียบใส่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ห้ามใส่ข้อมูลจริงของคนอื่น — ใช้ชื่อสมมติ สมชาย สมหญิง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55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🔑 กุญแจจริง (ล็อกอิน + กฎ) มาสัปดาห์ที่ 7–8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ข้อยกเว้นเดียวที่ prompt ยาวได้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prompt ที่เป็น รายการข้อมูล เช่น ชื่อโฟลเดอร์ ชื่อช่อง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เพราะ status กับ Status ไม่ใช่ตัวเดียวกัน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สะกดผิด 1 ตัว = หน้าจอว่างแบบไม่มี error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งานอื่นทั้งหมด กลับไปสั่งสั้นเหมือนเดิม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ทักษะสำคัญที่สุดของวันนี้ — เปิด Console ส่องข้อมูลด้วยตา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59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สร้างตู้ · seed · ส่อง · ต่อหน้ารายการ ⏱ 22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Firestore โหมดทดสอบ ในโปรเจกต์ FixIt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เชื่อมเว็บกับตู้ แล้ว seed ด้วยวงจร 4 จังหวะ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 Console เห็นโฟลเดอร์ tickets ด้วยตา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ต่อหน้ารายการอ่านจากตู้จริง → ปิดเบราว์เซอร์ → เปิดใหม่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ข้อมูลยังอยู่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61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4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บอกเส้นทางข้อมูลตอนเปิดหน้ารายการได้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รู้ว่าวันนี้ทำเฉพาะตัว R — อ่านอย่างเดียว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Console ใช้ตอบว่า พังตอนใส่ หรือ พังตอนอ่าน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prompt ยาวได้เฉพาะตอนระบุชื่อช่องข้อมูล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62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ช่วงที่ 5 — Context และ Token ⏱ 11:25–11:50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63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สังเกตไหม — เราคุยกับ AI มายาวมากแล้ว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บทสนทนาเดียว ตั้งแต่ 9 โมงจนถึงตอนนี้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Context = ความจำของ AI ในหนึ่งบทสนทนา — มีขีดจำกัด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Token = หน่วยนับข้อความที่กินความจำนั้น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เต็มแล้วของเก่าจะเลือนไป — ข้อตกลงตอนเช้าหายก่อน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64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3 สัญญาณว่าความจำเริ่มเต็ม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AI ลืมข้อตกลงที่คุยกันไว้เมื่อ 20 นาทีก่อน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แก้จุดหนึ่งแล้วอีกจุดที่เคยดีกลับพัง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🚩 ตอบวนซ้ำเดิม ทั้งที่เราบอกว่ายังไม่ถูก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เจอสัญญาณไหนก็ตาม → ถึงเวลาจัดการความจำ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ปล่อยให้ความจำบวมจนลืมข้อตกลง ⏱ 12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ผมจะสั่งงานมั่ว ๆ ต่อจากบทสนทนายาวทั้งเช้า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ดูอาการจริง: ลืมสถานะภาษาไทยที่ตกลงกันไว้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แล้วกู้ให้ดูทีละขั้น จนกลับมาทำงานได้ดีกว่าเดิม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66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prompt สรุปสถานะ — เก็บความจำก่อนล้าง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พิมพ์ก่อนล้างบทสนทนาเสมอ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สรุปสถานะโปรเจกต์ตอนนี้ให้ผมเป็นข้อ ๆ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เขียนให้ผมคัดลอกไปเริ่มบทสนทนาใหม่ได้เลย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อ่านสรุปแล้วตอบว่าอะไรขาด — ใช้จังหวะที่ 3 เหมือนตรวจแผน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204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คัดลอกเก็บลงไฟล์ บันทึกสถานะ.md ในโปรเจกต์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67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เริ่มรอบใหม่ — /clear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/clear      ล้างบทสนทนาปัจจุบันทั้งหมด แล้วเริ่มจากศูนย์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📌 ไฟล์ในโปรเจกต์ไม่ได้ถูกล้างไปด้วย ยังอยู่ครบทุกไฟล์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157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สิ่งที่หายคือความจำของบทสนทนาเท่านั้น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03098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เริ่มรอบใหม่แล้ว วางสรุปสถานะเป็นข้อความแรก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68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ยังไม่อยากเริ่มใหม่ — /compact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987552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                   ย่อบทสนทนาให้สั้นลง คืนพื้นที่ความจำ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/compact เน้นเรื่องหน้าจอ    บอกได้ว่าให้เก็บเรื่องไหนไว้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64261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คุยต่อได้เลย ไม่ได้เริ่มใหม่ ข้อตกลงยังอยู่แบบย่อ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25780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ทางเลือกกลาง ระหว่างคุยต่อจนมั่ว กับล้างทิ้งทั้งหมด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69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ความจำเริ่มเต็ม — เลือกทางไหน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ทางเลือก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เลือกเมื่อ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ความจำเดิม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คุยต่อ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เพิ่งเริ่ม ยังตอบตรงอยู่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อยู่ครบ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/compact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เริ่มช้าลง แต่ยังทำเรื่องเดิม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เหลือแบบย่อ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/clear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เปลี่ยนเรื่องใหม่ หรือลืมข้อตกลงแล้ว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ไม่เหลือ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70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Token = เวลา และเงิน — เปิดดูด้วย /usage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075688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/usage      เปิดดูปริมาณการใช้งานของบัญชีคุณ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35224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บทสนทนายาว ๆ กินโควตาเร็วกว่าที่คิด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14344"/>
            <a:ext cx="10545775" cy="957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สิ่งที่เห็นขึ้นกับประเภทบัญชี — เปิดดูของตัวเองแล้วจดไว้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526280"/>
            <a:ext cx="10545775" cy="5242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⚠️ คำสั่งเปลี่ยนตามเวอร์ชันได้ ไม่ได้ผลให้พิมพ์ /help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71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ช่วงที่ 5 คุณต้องได้อะไรกลับไป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 3 สัญญาณว่าความจำเริ่มเต็มได้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 prompt สรุปสถานะเก็บไว้ใช้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เลือกได้ระหว่าง คุยต่อ · /compact · /clear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 /usage ใช้ดูโควตา และ /help ใช้เมื่อคำสั่งเปลี่ยน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72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ปิดคาบ ⏱ 11:50–12:00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73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สิ่งที่กลุ่มต้องส่งมอบสัปดาห์นี้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Repo ของกลุ่ม ที่รันเว็บ prototype ได้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Firestore มีข้อมูลจริง — เปิด Console แล้วเห็น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[ ] หน้ารายการอ่านจากฐานจริง + commit จากอย่างน้อย 2 คน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📤 ส่งผ่าน Google Classroom แนบลิงก์ · ศุกร์ 4 ก.ย. 23:59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74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— แล้วของกลุ่มคุณล่ะ?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36443"/>
                <a:gridCol w="2636443"/>
                <a:gridCol w="2636443"/>
                <a:gridCol w="263644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/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กลุ่มคุณ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โฟลเดอร์หลัก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tickets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leaveRequests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โฟลเดอร์ประเภท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categories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leaveTypes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📁 โฟลเดอร์ย่อย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comments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approvals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✏️ ช่องที่จดซ้ำ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reporterName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requesterName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Workshop บ่ายนี้ — 3 ส่วน 3 Checkpoint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ส่วน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ทำอะไร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🚩 จบด้วย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A · 35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prototype ของกลุ่มเข้า repo + รัน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เว็บขึ้นจาก repo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B · 30 น.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วาดแบบโฟลเดอร์ บนกระดาษ ไม่ใช้คอม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รูปแบบแผนโพสต์ในแชท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 · 75 น.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สร้าง Firestore + seed + หน้ารายการอ่านจริง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Console เห็นข้อมูล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76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👥 กติกางานกลุ่มบ่ายนี้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🔄 หมุนคนคุมคีย์บอร์ดทุก Checkpoint — จดชื่อในใบงาน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👤 commit ในชื่อคนที่คุมคีย์บอร์ดรอบนั้น — วันนี้อย่างน้อย 2 คน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❓ เรียก TA → ให้ คนที่ไม่ได้พิมพ์ เป็นคนอธิบายปัญหา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🚦 พิมพ์ 🟢 🟡 🔴 บอกสถานะกลุ่มในแชทเสมอ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77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เจอกันบ่ายนี้ 13:00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6          78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