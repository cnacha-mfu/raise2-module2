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ทักทายด้วยชื่อคนที่เห็นในห้องอย่างน้อย 3 คน แล้วพูดว่า "วันนี้เป็นวันแรกของ Module 2 ครับ Module 1 ทุกคนได้เว็บ prototype ที่กดดูได้มาแล้ว วันนี้เราจะทำให้มันเริ่มจำข้อมูลได้จริง ขอให้เปิดกล้อง 1 นาทีตอนเริ่ม ให้ผมเห็นว่าใครมาครบ"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ใช้เวลาไม่เกิน 2 นาที อย่าไล่อ่าน CV · ชี้บรรทัดที่สองแล้วเล่าสั้น ๆ ว่า "ผมเคยทำระบบมาหลายวงการมาก ตั้งแต่ระบบสายการบินที่ต้องจัดน้ำหนักสินค้าขึ้นเครื่อง ไปจนถึงระบบเอกสารของธนาคาร แต่ละวงการคิดไม่เหมือนกันเลยครับ สิ่งที่ได้คือการมองให้ออกก่อนว่าธุรกิจแบบนั้นต้องการอะไรจริง ๆ แล้วค่อยลงมือสร้าง — ซึ่งเป็นสิ่งเดียวกับที่ผมอยากให้พวกคุณฝึกในสี่สัปดาห์นี้" · ชี้บรรทัดที่สี่ "ผมสนใจเรื่อง startup เป็นพิเศษ เคยร่วมก่อตั้งบริษัทมาเอง และทุกวันนี้ทำวิจัยเรื่องให้ AI ช่วยเขียนโค้ด ซึ่งเป็นเรื่องเดียวกับที่เราจะใช้กันทั้งหลักสูตร" · ปิดด้วยบรรทัดสุดท้าย "ติดอะไรทักมาได้เลยครับ ไม่ต้องรอถึงวันเสาร์"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ถามห้องก่อนว่า "ใครเคยกรอกฟอร์มใน prototype ของตัวเองแล้วรีเฟรช ข้อมูลหายไหมครับ" รอคำตอบในแชท แล้วพูดว่า "หายทุกคนครับ เพราะมันยังไม่มีที่เก็บ วันนี้เราจะแก้เรื่องนี้"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วินาทีให้อ่าน แล้วพูดว่า "ประโยคนี้คือความคิดเดียวของวันนี้ครับ เย็นนี้ระบบของคุณจะจำข้อมูลได้ ปิดเบราว์เซอร์แล้วเปิดใหม่ ข้อมูลยังอยู่"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"สี่ข้อนี้คือของจับต้องได้ ไม่ใช่ความรู้สึกว่าเข้าใจ ตอนบ่ายคุณจะทำครบทั้งสี่ข้อกับ LeaveEasy แล้วการบ้านทำซ้ำกับหัวข้อของตัวเอง" ย้ำว่าข้อสุดท้ายคือครั้งแรกที่หน้าจอกับฐานข้อมูลได้เจอกัน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วินาทีก่อนพูด แล้วพูดว่า "ก่อนเริ่ม ผมอยากเคลียร์เรื่องนี้ก่อน เพราะความกลัวว่าต้องรู้ทุกอย่างทำให้คนหยุดตัวเองก่อนได้เริ่ม" ค้างสไลด์ 5 วินาทีให้อ่านทัน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พูดทีละข้อ ช้า ๆ แล้วปิดท้ายว่า "สิ่งที่คุณต้องทำได้มีอย่างเดียว คืออ่านสิ่งที่ AI เขียนมาแล้วบอกได้ว่าใช่หรือไม่ใช่ นั่นคือทักษะของ Module นี้" · เตือนว่า "คำสั่งของ Claude Code เปลี่ยนได้ตามเวอร์ชัน ถ้าพิมพ์แล้วไม่ได้ผล พิมพ์ /help ดูรายการที่ใช้ได้จริงในเครื่องคุณ"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ชี้บรรทัดแรกแล้วพูดว่า "วันนี้เราไม่สร้างหน้าจอจากศูนย์นะครับ คุณมี prototype อยู่แล้ว เรานำมันเข้า repo แล้วต่อฐานข้อมูลเลย" · ชี้คำว่า "อ่านจริง" แล้วบอกว่า "วันนี้เราทำเฉพาะการอ่านข้อมูลจากฐาน ปุ่มเพิ่ม แก้ ลบ เป็นเรื่องของสัปดาห์หน้า อย่าเพิ่งไปทำ"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"ผมจะบอกทุกครั้งว่าเราอยู่ตรงไหนของแผนที่นี้" ชี้สองบรรทัดที่มีดาวแล้วบอกว่า "สองช่วงนี้คือหัวใจของวันนี้ครับ วิธีสั่งงาน AI กับการสร้างฐานข้อมูลจริง"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ย้ำหนัก ๆ ว่า "บ่ายนี้ทุกคนทำ LeaveEasy พร้อมกันทีละขั้น เพราะเป็นระบบเดียวกัน ติดตรงไหนช่วยกันได้ทันที · แล้วการบ้านคือทำสิ่งเดียวกันนี้ซ้ำกับหัวข้อของตัวเอง" · ให้ผู้เรียนเปิดลิงก์ตามใน 2 นาที แล้วถามว่า "กรอกแล้วรีเฟรช เกิดอะไรขึ้นครับ" รอคำตอบในแชท · ย้ำว่าต้นแบบของตัวเองจาก Module 1 ก็เป็นแบบเดียวกัน · บอกล่วงหน้าว่าบ่ายนี้จะ fork repo LeaveEasy ไปเป็นของตัวเองบน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25 นาที จบ 09:35 ครับ · Git ทุกคนใช้เป็นแล้วตั้งแต่ Module 1 สัปดาห์ที่ 2 ผมทบทวน 15 นาทีเฉพาะเรื่องที่ต้องใช้ทั้งเดือน · ของใหม่จริงของช่วงนี้คือการนำ prototype เข้าโครงโปรเจกต์"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 prototype ยังรันไม่ได้ หรือหาไฟล์ DB Schema ไม่เจอ พิมพ์ชื่อตัวเองในแชทครับ" รอ 20 วินาที แล้วบอกว่า TA จะตามไปช่วยก่อนบ่าย · ย้ำว่าแบบฟอร์มความพร้อมปิดไปแล้วเมื่อวันพฤหัส คนที่ติดธงแดงมีคิว Consult อยู่แล้ว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"Node เหมือนเครื่องเล่นแผ่น ถ้าไม่มีเครื่องเล่น แผ่นก็เปิดไม่ได้ · npm เหมือนร้านขายน้ำพริกแกงสำเร็จ ไม่ต้องตำเอง" แล้วบอกว่าใครพิมพ์ node -v แล้วไม่ขึ้นเลขเวอร์ชัน ให้พิมพ์ 🔴 ในแชทตอนบ่ายทันที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อ่านออกเสียงทีละบรรทัดพร้อมบอกผลที่จะเห็น แล้วพูดว่า "มีสามคำสั่งนี้จริง ๆ ครับ ที่เหลือ Claude Code พิมพ์ให้เอง" บอกให้ทุกคนแคปสไลด์นี้เก็บไว้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"Git ไม่ใช่ของใหม่ ทุกคนใช้มาแล้วตั้งแต่ Module 1 สัปดาห์ที่ 2 ผมทบทวนเฉพาะสองเรื่องที่ต้องใช้ทุกชั่วโมงใน Module นี้ คือ commit กับการย้อนกลับ" · บอกล่วงหน้าว่า "ของใหม่จริงคือการทำงานหลายคนบน repo เดียว ซึ่งอยู่สัปดาห์ที่ 7 วันนี้ยังไม่ต้องกังวล"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"commit คือเหตุผลที่เรากล้าให้ AI แตะโปรเจกต์จริง พังเมื่อไรย้อนกลับได้ใน 5 วินาที" · เตือนว่าข้อความ commit ต้องอ่านรู้เรื่อง เช่น "เพิ่มหน้ารายการใบแจ้งซ่อม" ไม่ใช่ "update" เพราะตอนต้องย้อน คุณต้องหาหมุดเจอ · บ่ายนี้ Checkpoint 3 ตรวจข้อนี้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เปิดด้วยคำถามที่ทุกคนกลัวที่สุด "ถ้า AI แก้แล้วพังจะทำยังไงครับ" รอ 5 วินาที แล้วชี้ทีละบรรทัดว่า "มีตาข่ายรับสองชั้น ไม่ได้มีชั้นเดียว" · ย้ำว่าเมนู Esc Esc ย้อนได้ทั้งไฟล์และบทสนทนา · ปิดท้ายว่า "ถ้าเมนูหน้าตาไม่เหมือนของผม พิมพ์ /help ดูรายการของเวอร์ชันคุณ"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ชี้ทีละบรรทัดแล้วพูดว่า "สังเกตว่าปุ่มย้อนมาก่อนเสมอ ขั้นที่ 2 มาก่อนขั้นที่ 3 เพราะเดี๋ยว AI จะเข้ามาแตะไฟล์จริง เราต้องมีหมุดก่อน" · บอกความต่างให้ชัด "เช้านี้ FixIt เริ่มจากโฟลเดอร์เปล่าในเครื่องผม จึงต้องเริ่มเก็บประวัติใหม่ · แต่บ่ายนี้ LeaveEasy อยู่บน GitHub อยู่แล้ว คุณจึงแค่กด Fork มาเป็นของตัวเอง ประวัติติดมาให้เลย ขั้นที่ 3 กับ 4 เหมือนกันทุกอย่าง"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A · จบแล้วกลับเข้าสไลด์หน้า 21 · ก่อนสลับพูดว่า "ทุกคนดูอย่างเดียวนะครับ ยังไม่ต้องทำตาม ตอนบ่ายมีใบงานที่มีทุกขั้นตอนให้ทำเอง" · ย้ำอีกครั้งว่าบ่ายนี้ขั้นที่สองของคุณคือ กดปุ่ม Fork บนเว็บ GitHub ไม่ใช่เริ่มประวัติใหม่แบบที่เห็นในเดโม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ถามห้องสด ๆ ว่า "ถ้าสั่ง AI ไปเมื่อกี้แล้วรู้ตัวทันทีว่าไม่ใช่ ใช้ตาข่ายชั้นไหน พิมพ์ตอบในแชทครับ" คำตอบที่ต้องการคือ Esc Esc · อ่านคำตอบ 2–3 อันแล้วเข้าช่วงที่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และเป็นหัวใจของทั้ง Module ครับ เราจะได้วิธีทำงานกับ AI ที่ทำแล้วไม่พัง ทุกเดโมหลังจากนี้ผมจะใช้วิธีนี้ให้เห็นซ้ำ ๆ ทั้งวัน"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"ก่อนจะสอนวิธีสั่งงาน ผมขอเล่าก่อนว่าข้างใน AI เกิดอะไรขึ้น โดยไม่มีคณิตศาสตร์เลยสักตัว" · เขียนคำว่า "วันนี้อากาศ" บนกระดานแล้วถามห้องว่า "คำถัดไปน่าจะเป็นอะไรครับ" รอคำตอบในแชทก่อนเฉลย · ปิดด้วย "ส่วนคณิตศาสตร์ข้างในโมเดล ไม่ต้องรู้เลยครับ ไม่มีผลกับงานของคุณ"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ย้ำบรรทัดสอง "เวลามันผิด มันไม่ได้พูดเสียงสั่นนะครับ มั่นใจเท่าตอนถูกเป๊ะ นั่นแหละคือสิ่งที่อันตราย" · เชื่อมทันทีว่า "คุณคือคนที่รู้ว่าธุรกิจคุณต้องการอะไร มันไม่รู้ — วิธีที่เราจะใช้ทั้งหลักสูตรจึงเริ่มจากให้มันเขียนแผนมาให้เราตรวจก่อน"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ย้ำข้อสุดท้ายว่า "นี่คือเหตุผลที่ผมทบทวน Git ก่อนครับ ไม่ใช่บังเอิญ เครื่องมือนี้แก้ไฟล์จริง เราต้องมีปุ่มย้อนก่อน"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 4 จังหวะช้า ๆ แล้วพูดว่า "นี่คือวงจรที่คุณจะหมุนอีกหลายร้อยรอบใน Module นี้ ท่องไว้ 4 จังหวะ"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ชี้กล่องซ้ายสุดก่อน "จังหวะที่หนึ่ง พิมพ์สั้น 1 ถึง 3 บรรทัด บอกว่าอยากได้อะไร แล้วขอแผนก่อน" · กล่องที่สอง "AI เขียนแผนเป็นข้อ ๆ ยังไม่แตะโค้ด" · หยุดค้างที่กล่องเข้ม 5 วินาที พูดหนักแน่นว่า "จังหวะที่สามคือจังหวะของคุณ อ่านแผนแล้วบอกว่าข้อไหนไม่ใช่ นี่คืองานของคุณทั้ง Module" · กล่องขวาสุด "ค่อยสั่งลงมือ ทีละข้อ" · ชี้ลูกศรวนกลับ "งานถัดไปเริ่มที่จังหวะหนึ่งใหม่"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อ่านสองข้อบนออกเสียงช้า ๆ แล้วพูดว่า "ผมไม่ได้ขอให้คุณเขียนคำสั่งเก่ง ผมขอให้คุณอ่านแล้วบอกว่าข้อไหนไม่ใช่ ซึ่งคุณทำเป็นอยู่แล้วในงานประจำ" · ข้อสุดท้ายเสริมว่า "อ่านแผนไปเรื่อย ๆ คุณจะตอบได้เองตอน Sprint 1 Review ว่าระบบของคุณทำงานยังไง ซึ่งวัดเป็นรายบุคคล"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อ่านกล่องเหลืองออกเสียง แล้วพูดว่า "สองบรรทัดครับ เท่านี้จริง ๆ" · ชี้กล่องเทา "นี่คือแผนที่ AI เขียนกลับมา ยังไม่มีโค้ดสักบรรทัด อ่านให้ครบทุกข้อก่อนตอบ" · ถามห้องว่า "ข้อไหนที่คุณอยากแก้บ้างครับ" รอคำตอบจริงก่อนเปลี่ยนสไลด์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"ผมไม่ได้เขียนแผนใหม่ทั้งฉบับ บอกไปสองข้อที่ไม่ใช่ แล้วบอกว่าที่เหลือโอเค เท่านี้พอ" · ชี้ประโยค "ทำทีละข้อ เสร็จข้อไหนบอกผมก่อน" แล้วพูดว่า "ประโยคนี้ทำให้เราตรวจได้ทีละข้อ ไม่ใช่มารู้ตอนพังทั้งก้อน" · ให้ทุกคนถ่ายรูปสองสไลด์นี้เก็บไว้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 3 กล่อง หยุดค้างที่กล่องเข้ม "ตรงนี้คือจุดที่เจ็บ พังหนึ่งในห้า แล้วไม่รู้ว่าอันไหน" · จบแถบบน "ต้องรื้อทั้งก้อน ทั้งที่ของดีมีอยู่ 4 อย่าง" · ไล่แถบล่างทีละกล่อง ปิดท้าย "แถบล่างช้ากว่าตอนสั่ง แต่เร็วกว่ามากตอนที่มีอะไรพัง"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"อันนี้สั่ง 5 เรื่องพร้อมกัน ไม่มีจังหวะให้เราตรวจเลย" · ชี้กล่องล่าง "อันล่างสั้นกว่า และจบด้วยการขอแผน รายละเอียดที่เหลือไปบอกในจังหวะที่สาม ตอนเห็นแผนแล้ว" ให้ห้องดู 15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แล้วพูดว่า "กติกามีข้อเดียวคือมีคนนำจอ ที่เหลือทุกคนทำเองบนเครื่องตัวเอง ไม่มีการแบ่งหน้าที่" · ย้ำว่าคนนำจอต้องเล่าไปทำไป ไม่ใช่เงียบแล้วพิมพ์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B · จบแล้วกลับเข้าสไลด์หน้า 35 · ผู้เรียนต้องเห็นตอนที่แผนมาผิดแล้วผู้สอนแก้ด้วยประโยคเดียว ห้ามตัด · ก่อนเริ่มพูดว่า "ดูให้ดีนะครับ ตอนบ่ายคุณจะทำซ้ำแบบนี้หลายรอบ"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4 จังหวะคืออะไรโดยไม่เปิดสไลด์ รอ 30 วินาที อ่านคำตอบดัง ๆ 2 อัน · ถามต่อว่า "จังหวะไหนเป็นของเรา" คำตอบที่ต้องการคือจังหวะที่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"ลุกจากเก้าอี้จริง ๆ นะครับ ครึ่งหลังคือของใหม่ทั้งหมด ฐานข้อมูลแบบโฟลเดอร์และไฟล์" ตั้งนาฬิกาจับเวลาแชร์บนหน้าจอไว้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ขอให้พักมือจากคีย์บอร์ด ฟังและคิดตามอย่างเดียว เพราะช่วงนี้คือวิธีคิดที่คุณต้องใช้วาดแบบบนกระดาษตอนบ่าย"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ให้ผู้เรียนพิมพ์ 🙋 ในแชท รอจนได้อย่างน้อย 10 คน แล้วค่อยไปสไลด์ถัดไป · จังหวะนี้สำคัญ อย่าข้าม เพราะทั้งช่วงสร้างบนคำตอบนี้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"ทุกคนที่ยกมือเมื่อกี้ ใช้วิธีคิดแบบ NoSQL มาหลายปีแล้วโดยไม่รู้ตัว วันนี้เราจะแปะชื่อทางการลงบนสิ่งที่คุณทำเป็นอยู่แล้วเท่านั้น" · แปลศัพท์ทันที "NoSQL คือฐานข้อมูลที่เก็บแบบโฟลเดอร์และไฟล์ ไม่ใช่แบบตาราง Excel"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"นี่คือวิธีที่เราออกแบบ DB Schema กันไว้ตั้งแต่เดือนที่ 1 ตารางหนึ่งใบ ข้างในมีแถว ในแถวมีคอลัมน์" · ไล่นิ้วทีละกล่อง จบที่กล่องเข้ม · ย้ำหนักแน่นว่า "แบบนี้ไม่ผิดและไม่ต้องทิ้งนะครับ สไลด์ถัดไปคือของชุดเดียวกัน ในภาษาของ Firestore"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"โฟลเดอร์คือของที่สไลด์ที่แล้วเรียกว่าตาราง" · ไล่เทียบเป็นคู่ "แถวคือไฟล์ คอลัมน์คือข้อมูลในไฟล์" · จบที่กล่องเข้ม "ไม่มีของใหม่ที่ต้องเรียนเลยครับ มีแต่ชื่อเรียกใหม่"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อ่านออกเสียงทีละแถวจากซ้ายไปขวา "โฟลเดอร์ เรียกว่า collection ตัวอย่างคือโฟลเดอร์ tickets" · ย้ำว่าจำสามคำนี้ได้ ที่เหลือของวันนี้จะตามได้ลื่น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 path เต็มแล้วพูดว่า "อ่านจากซ้ายไปขวาเหมือนที่อยู่บ้าน โฟลเดอร์ tickets ไฟล์ t001 ข้างในมีโฟลเดอร์ comments ไฟล์ c001" · ให้ห้องอ่านตามพร้อมกัน 1 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"ค่อย ๆ กวาดตาดูนะครับ นี่คือทั้งฐานข้อมูลของ FixIt อยู่ในภาพเดียว" หยุด 10 วินาที · อย่าเพิ่งอธิบายบรรทัดที่จดชื่อซ้ำ ปล่อยค้างไว้ก่อน เดี๋ยวกลับมาที่มัน · ถามห้อง "โฟลเดอร์ใหญ่มีกี่โฟลเดอร์ · โฟลเดอร์ย่อยซ้อนอยู่ตรงไหน" ให้ตอบในแชท คำตอบคือ 3 กับ ซ้อนในไฟล์ t001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"ถ้าไฟล์หนึ่งสะกดตัวเล็ก อีกไฟล์สะกดตัวใหญ่ ระบบจะพังแบบเงียบ ๆ ไม่มี error ให้เห็น หน้าจอจะว่างเฉย ๆ" · บอกว่า "นี่คือเหตุผลที่ตอนบ่ายคุณต้องเขียนชื่อช่องข้อมูลทุกตัวลงกระดาษก่อน แล้วใช้ชุดเดียวกันทั้งระบบ และเป็นเหตุผลเดียวที่วันนี้จะมี prompt ยาวอยู่หนึ่งอัน"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สไลด์ที่ห้ามรีบที่สุดของช่วงนี้ · เล่าเป็นภาพ "เหมือนเปิดใบเสร็จแล้วเห็นแต่รหัสลูกค้า ต้องวิ่งไปเปิดแฟ้มทะเบียนลูกค้าอีกตู้ทุกครั้งที่อยากรู้ว่าใคร" · แปลศัพท์ JOIN = การเชื่อมสองตารางเข้าหากันในฐานข้อมูลแบบเดิม ซึ่ง Firestore ไม่มี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ชี้แถบบนไล่จากซ้าย หยุดที่กล่องเข้ม "ถึงตรงนี้หน้าจอขึ้นแต่ u001 อ่านแล้วไม่รู้ว่าใคร" · กล่องขวาสุดแถบบน "ใบแจ้งซ่อม 20 ใบ ก็วิ่ง 20 รอบ" · ไล่แถบล่างทีละกล่อง ปิดที่ "จบในไฟล์เดียว" · แล้วให้ศัพท์ตรงนี้ "วิธีนี้มีชื่อทางการว่า Denormalize แปลว่าจดข้อมูลที่ใช้บ่อยซ้ำไว้ในไฟล์เลย จะได้ไม่ต้องไปเปิดหาที่อื่น เก็บทั้ง reporterId และ reporterName คู่กันไว้" · เตือนล่วงหน้า "ถ้าตอนบ่ายหน้าจอขึ้นแต่รหัสประหลาด ไม่ขึ้นชื่อคน เก้าในสิบคือเก็บแต่ ID ไว้ ให้กลับมาที่สไลด์นี้"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"นี่คือการแลกที่ NoSQL บังคับให้เลือก ไม่มีทางเลือกที่ได้ทุกอย่าง" · เกณฑ์ตัดสิน: จดซ้ำสิ่งที่ต้องโชว์บนหน้ารายการและเปลี่ยนไม่บ่อย เช่นชื่อคน ชื่อประเภท · ตอบไม่ได้ว่าเปลี่ยนบ่อยไหม ให้จดซ้ำไว้ก่อน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"สี่บรรทัดนี้คือทั้งหมดของการแปลง ถ่ายรูปสไลด์นี้เก็บไว้ ตอนบ่ายคุณใช้มันวาดแบบของโครงงานตัวเองบนกระดาษ" · อธิบายข้อสาม "ช่องที่ชี้ไปตารางอื่น ศัพท์ทางการคือ Foreign Key เช่นช่องผู้แจ้งที่ชี้ไปตาราง users"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C · จบแล้วกลับเข้าสไลด์หน้า 51 · ช่วงนี้ผู้เรียนต้องตอบเองอย่างน้อย 3 ครั้ง อย่าเฉลยเอง · นี่คือแบบฝึกเดียวกับที่ทำบนกระดาษตอนบ่ายส่วน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เทียบกับกระดานทีละบรรทัด "ตาราง users กลายเป็นโฟลเดอร์ users" · พูดว่า "กระดาษแผ่นนี้แหละคือแบบก่อสร้าง ช่วงถัดไปผมจะสร้างของจริงตามแบบนี้เป๊ะ ๆ ห้ามสร้างโดยไม่มีแบบ"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"ไม่มี JOIN แปลว่าอะไร" ตอบสั้น ๆ คนละบรรทัด · ถ้ามีคนตอบว่าเชื่อมตารางไม่ได้ ให้ชมแล้วเสริมว่า "และทางแก้คือจดซ้ำ" · แล้วเข้าช่วงที่ 4 ทันที เวลาจะเริ่มกระชั้น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"30 นาทีนี้ผมลงมือทำจริงให้ดูเกือบทั้งช่วง และผมจะใช้วงจร 4 จังหวะที่สอนเมื่อเช้าทุกงาน คุณไม่ต้องพิมพ์ตาม ทุกคำสั่งอยู่ในใบงานบ่ายนี้แล้ว"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"ข้อสามคือของขวัญของ Firebase ครับ หลักสูตรทั่วไปต้องเขียนตัวกลางเองอีกชั้น เราข้ามไปได้ทั้งชั้น" · ถามว่า "ใครเข้า Firebase console ไม่ได้ หรือลืมรหัส พิมพ์ 1 ในแชท" ให้ TA ตามช่วยก่อนบ่าย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"ผู้ใช้เปิดหน้ารายการ หน้าเว็บไปถามคลัง Firestore ส่งข้อมูลกลับมา แล้วแสดงบนจอ" · หยุดที่กล่องเข้ม "กล่องนี้กล่องเดียวอยู่บนคลาวด์ ที่เหลืออยู่ในเครื่องคุณ ข้อมูลจึงไม่หายตอนปิดเบราว์เซอร์" · ปิดท้าย "สังเกตว่าลูกศรวิ่งทางเดียว วันนี้เราอ่านอย่างเดียว ยังไม่เขียนจากหน้าเว็บ"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แปลศัพท์ CRUD = เพิ่ม ดู แก้ ลบ ข้อมูล · ย้ำหนัก ๆ ว่า "วันนี้ห้ามทำเกินตัว R นะครับ คนที่รีบไปทำปุ่มบันทึกวันนี้ จะไปพังตอนสัปดาห์ที่ 7 ซึ่งมีที่ทางของมันอยู่แล้ว" · ส่วนข้อมูลที่ใส่วันนี้ใช้ตัวช่วยที่เรียกว่า seed ซึ่งอยู่สไลด์ถัดไป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"หนึ่ง เปิด Firestore ในโหมดทดสอบ · สอง เชื่อมเว็บกับคลัง แล้วใส่ข้อมูลตัวอย่างที่เรียกว่า seed · สาม เปิด Console ส่องด้วยตาว่าข้อมูลเข้าจริง · สี่ ต่อหน้ารายการให้อ่านจากคลังจริง" · หยุดที่กล่องเข้ม "ขั้นที่สามคือขั้นที่คนข้ามแล้วเจ็บที่สุด สร้างเสร็จต้องส่องด้วยตาเสมอ"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"โหมดทดสอบเหมาะกับวันนี้เพราะเรายังไม่มีล็อกอิน แต่มันคือคลังที่ไม่ล็อกกุญแจ ห้ามใส่ข้อมูลจริงของใครเด็ดขาด" · จำนวนวันหมดอายุขึ้นกับ Firebase ตรวจสอบล่าสุดก่อนสอน ตอนสาธิตให้ซูมที่วันหมดอายุแล้วให้ทุกคนจดของตัวเองตอนบ่าย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"เมื่อเช้าผมบอกว่า prompt ต้องสั้น วันนี้มีข้อยกเว้นเดียวคือตอนใส่ข้อมูลตัวอย่าง เพราะต้องระบุชื่อช่องข้อมูลให้ครบทุกตัวจากแบบบนกระดาษ ห้ามให้ AI เดา" · ย้ำว่าใบงานบ่ายนี้เขียนกำกับไว้ตรงจุดนั้นแล้วว่าทำไมยาวได้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"คำถามที่ทำให้คนจมทั้งบ่ายคือ ไม่รู้ว่าพังตรงไหน · Firebase Console คือหน้าเว็บที่เปิดดูข้อมูลในคลังด้วยตา มันตอบคำถามนี้ใน 10 วินาที ข้อมูลอยู่ในคลังไหม ถ้าอยู่ แปลว่าพังตอนอ่าน ถ้าไม่อยู่ แปลว่าพังตอนใส่"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D · จบแล้วกลับเข้าสไลด์หน้า 62 · แปลศัพท์ seed = ใส่ข้อมูลตัวอย่างชุดแรกเข้าฐานข้อมูล · ทุกงานในบล็อกนี้เดินด้วยวงจร 4 จังหวะ ให้ผู้เรียนเห็นซ้ำ · ห้ามตัดตอนแก้ข้อมูลใน Console แล้วหน้าเว็บเปลี่ยนตาม เพราะเป็นภาพที่ทำให้เข้าใจคำว่า "อ่านจากฐานจริง"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หลังปิดเบราว์เซอร์แล้วเปิดใหม่ให้เห็นข้อมูลเดิม ให้ห้องพิมพ์ 🎉 ในแชท · พูดว่า "นาทีนี้คือนาทีที่ระบบเปลี่ยนจากภาพนิ่งเป็นระบบที่มีความจำ บ่ายนี้คุณจะได้ความรู้สึกนี้กับโครงงานของตัวเอง"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"ถ้าหน้ารายการว่างเปล่า ขั้นแรกทำอะไร" คำตอบที่ต้องการคือ เปิด Console ดูว่าข้อมูลอยู่ในคลังไหม · ให้ตอบในแชทก่อนไปช่วงสุดท้าย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"ช่วงสุดท้าย 25 นาทีครับ และผมจะสอนจากสิ่งที่คุณเพิ่งเห็นกับตาทั้งเช้านี้ ไม่ใช่จากทฤษฎี"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 "เราคุยกับ AI มาบทสนทนาเดียว ตั้งแต่ 9 โมงจนถึงตอนนี้ครับ ผมจะเล่าว่าข้างในมันเก็บของยังไง" · ชี้บรรทัดสาม "ข้อนี้ไม่ต้องทำอะไรนะครับ ขอให้รู้ไว้เฉย ๆ" · ปิดด้วย "การพิมพ์สั้นแต่ชัด จึงไม่ได้ประหยัดเวลาอย่างเดียว ประหยัดเงินด้วย"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สไลด์ที่สำคัญที่สุดของช่วงนี้ · ชี้กล่องซ้ายไปขวาทีละใบ พูดว่า "ทุกอย่างที่ AI ใช้คิด ต้องวางอยู่บนโต๊ะตัวนี้ทั้งหมด — คำสั่งของคุณ ไฟล์ที่มันเปิดอ่าน และบทสนทนาทั้งหมดตั้งแต่เช้า" · หยุดที่กล่องเข้มขวาสุดแล้วย้ำ "แล้วโต๊ะตัวนี้มีขนาดจำกัดครับ ศัพท์ทางการเรียกว่า Context Window" · อย่ารีบข้าม รอให้ห้องพยักหน้าก่อนไปต่อ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ย้ำบรรทัดสุดท้ายให้หนัก "เวลาเจอแบบนี้ อย่าเพิ่งคิดว่าตัวเองสั่งไม่เป็นนะครับ โต๊ะมันเต็ม เท่านั้นเอง" · เชื่อมเข้าสไลด์ถัดไปว่า "ทีนี้มาดูว่าอาการจริงหน้าตาเป็นยังไง จะได้จับได้ตอนบ่าย"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"จำสามข้อนี้ให้ได้ครับ บ่ายนี้คุณจะเจอเองแน่นอน และผมอยากให้คนที่ไม่ได้พิมพ์เป็นคนจับอาการนี้ให้ห้อง เพราะคนที่พิมพ์จะไม่ทันสังเกต"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E · จบแล้วกลับเข้าสไลด์หน้า 70 · ก่อนเริ่มพูดว่า "ผมจะทำสิ่งที่ห้ามทำให้ดูนะครับ เพื่อให้เห็นอาการจริงว่าหน้าตาเป็นยังไง จะได้จับได้ตอนเจอเอง" · นี่คือจุดที่ตั้งใจให้พังของสัปดาห์นี้ ห้ามตัด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"อย่าล้างบทสนทนาทิ้งเฉย ๆ นะครับ เก็บสรุปก่อน ไม่งั้นต้องเล่าใหม่ทั้งหมด" · ย้ำข้อแรก "สรุปที่ AI เขียนก็ต้องตรวจ เหมือนแผน ถ้าขาดข้อตกลงเรื่องชื่อสถานะ บอกกลับไปว่าขาด"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ย้ำข้อแรกให้หนักที่สุด "คำว่าล้างทำให้คนกลัวจนไม่กล้าพิมพ์ ผมยืนยันว่าไฟล์ในโฟลเดอร์ไม่หายสักไฟล์ หายเฉพาะความจำของบทสนทนา" · ให้ทุกคนพิมพ์ในแชทว่าเข้าใจข้อนี้แล้วก่อนไปต่อ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"บางทีเราไม่อยากทิ้งบทสนทนาทั้งอัน คำสั่งนี้ย่อของเก่าให้สั้นลง คืนพื้นที่ความจำ แล้วคุยต่อได้เลย" · ชี้บรรทัดสอง "เติมข้อความต่อท้ายเพื่อบอกว่าให้เก็บเรื่องไหนไว้เป็นพิเศษได้ด้วย"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"สามทางนี้ไม่มีทางไหนผิด ต่างกันที่สถานการณ์" · ย้ำแถวกลาง "/compact คือทางตรงกลางที่หลายคนไม่รู้ว่ามี" · ปิดท้ายว่า "บ่ายนี้ขอให้ทุกคนได้ใช้จริงอย่างน้อยหนึ่งครั้ง ใบงานมีจุดให้ใช้"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"โควตาไม่ได้ไม่จำกัดนะครับ คนที่คุยยาวโดยไม่จัดการความจำ จะหมดโควตากลางคาบ ผมเห็นมาทุกรุ่น" · ห้ามบอกว่าทุกคนจะเห็นหน้าตาเดียวกัน เพราะบัญชีต่างประเภทแสดงต่างกัน ให้เปิดดูเองแล้วจด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ถามสด ๆ ว่า "ใครบอกสัญญาณสักหนึ่งข้อได้บ้าง พิมพ์ในแชทเลยครับ" รอ 20 วินาที แล้วเข้าช่วงปิดคาบ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"เหลือ 10 นาที มีสามเรื่องต้องประกาศ ห้ามใครออกก่อนนะครับ มีของที่ต้องส่งสัปดาห์นี้"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"ส่ง URL อย่างเดียวครับ ไม่ต้องแนบไฟล์ ผมเปิด GitHub ตรวจเอง" · อธิบายว่าบ่ายนี้จะกดปุ่ม Fork ก๊อปปี้ repo LeaveEasy มาไว้ในบัญชีตัวเอง แล้วทุก commit จะอยู่ที่นั่น · ย้ำ "ผมดูประวัติได้ว่าใครพิมพ์บ้าง คนที่ไม่มี commit ในชื่อตัวเองถือว่าไม่ผ่าน" · บอกว่าภาพหน้า Firebase Console ที่ GitHub มองไม่เห็น ให้เก็บเข้าโฟลเดอร์ docs ในโปรเจกต์แล้ว commit ไปด้วย ใบงานมีวิธีเขียนไว้แล้ว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ชี้ทีละแถวแล้วปิดด้วยคำถามประจำหลักสูตร "FixIt มี tickets · LeaveEasy มี leaveRequests · แล้วหัวข้อของคุณ โฟลเดอร์หลักคืออะไร" ให้ทุกคนพิมพ์คำตอบในแชทก่อนพักเที่ยง · ย้ำว่าช่องขวาสุดต้องเติมเองบนกระดาษตอนบ่าย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"ส่วน B ปิดคอมนะครับ เขียนลงกระดาษ เพราะแบบที่คิดไม่เสร็จ สร้างยังไงก็พัง" · ย้ำว่าบ่ายนี้ทุกคนทำ LeaveEasy เหมือนกันหมด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ย้ำข้อสองให้หนักที่สุด "ขั้น A2 บ่ายนี้จะมีหน้าต่างของ GitHub เด้งขึ้นมาให้ล็อกอิน กด Sign in with your browser แล้ว Authorize ครับ ทำครั้งเดียวใช้ได้ทั้งสี่สัปดาห์ · ห้ามพิมพ์รหัสผ่านหรือโทเคนลงในช่องแชทของ Claude เด็ดขาด ถ้า terminal ขอ username กับ password ให้กด Ctrl C ยกเลิกแล้วเรียก TA" · บอกล่วงหน้าเลยว่า "ตอนนั้นจอ Claude จะนิ่งเหมือนค้างนะครับ มันรอคุณกดอยู่ · ถ้าไม่เห็นหน้าต่าง กด Alt Tab มันไปซ่อนหลังจออื่น · กดเสร็จแล้วครั้งต่อ ๆ ไป Claude ส่งขึ้น GitHub ให้เองเงียบ ๆ คุณยังสั่ง git เป็นภาษาไทยได้เหมือนเดิมทุกอย่าง" · ให้ทุกคนเปิด github.com ล็อกอินค้างไว้ตั้งแต่ตอนพักเที่ยง จะได้ไม่ติดพร้อมกันทั้งห้อง · ย้ำข้อสามว่า "คนที่ไม่มี commit เลยตลอด Module ถือว่าไม่ผ่าน แม้ระบบจะทำงานได้" · อธิบายข้อสาม "screenshot ต้องมาจากเครื่องคุณ ไม่ใช่จอของคนนำ"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ปิดด้วย "พักกินข้าวให้อิ่มครับ บ่ายนี้ระบบของคุณจะเริ่มมีความจำจริง ๆ ใครกลับมาเร็ว เปิดใบงานอ่านล่วงหน้าได้เลย ลิงก์อยู่ในแชทแล้ว อย่าลืมเตรียมกระดาษกับปากกาไว้คนละแผ่นสำหรับส่วน B"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Setup + Firestore — ระบบเริ่มมีความจำ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6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29 สิงหาคม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⏱ 09:00–09:10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👋 ผู้สอนของ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รศ. ดร. นชา ชลดำรงค์กุล — คณบดีสำนักวิชาเทคโนโลยีดิจิทัลประยุกต์ มฟล.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119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✈️💊📡🏦 เคยทำระบบให้หลายวงการ — สายการบิน · ยา · โทรคมนาคม · ธนาคาร · สุขภาพ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517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🎓 ปริญญาเอกด้านคอมพิวเตอร์ University of Auckland ประเทศนิวซีแลนด์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15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🚀 สนใจ startup และการสร้างของใหม่ · 🤖 วิจัยเรื่องให้ AI ช่วยเขียนโค้ด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313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📮 nacha.cho@mfu.ac.th · ประวัติเต็มที่หน้า ผู้สอน ในเว็บคลังสื่อ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ปัญหาของ prototype ที่คุณถืออยู่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prototype (หน้าเว็บตัวอย่างที่กดดูได้) จาก Module 1 เป็น ภาพนิ่ง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กรอกอะไรลงไป รีเฟรชแล้วหายหมด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เพราะยังไม่มี ฐานข้อมูล (คลังเก็บข้อมูลที่อยู่ต่อแม้ปิดเบราว์เซอร์)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วันนี้เราต่อคลังเก็บข้อมูลให้ระบบของคุณ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ระบบเริ่มมีความจำ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📁 Repo (โฟลเดอร์โครงงานที่มีปุ่มเซฟย้อนได้) ที่รันเว็บของคุณได้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แบบโครงสร้างข้อมูลบนกระดาษ 1 แผ่น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🗄️ Firestore (คลังเก็บข้อมูลบนคลาวด์) ที่มีข้อมูลจริงอยู่ข้างใน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หน้ารายการที่อ่านข้อมูลจากคลังจริง ไม่ใช่ของปลอมในโค้ด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สิ่งที่คุณไม่ต้องรู้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 อย่างที่คุณไม่ต้องรู้ใน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ไม่ต้องเขียนโค้ดเองจากศูนย์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ไม่ต้องท่องคำสั่ง เปิดใบงานดูได้ตลอด · ลืมเมื่อไรพิมพ์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ไม่ต้องรู้ว่าทุกไฟล์ทำอะไร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ไม่ต้องเข้าใจเบื้องหลังของ Firebase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ไม่ต้องจำศัพท์อังกฤษ มีแผ่นคำแปลให้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 4 สัปดาห์ของ Module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6  prototype จาก M1 →  Repo + Firestore มีข้อมูล + หน้ารายการอ่านจริง  ← 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7  อ่านได้อย่างเดียว →  เพิ่ม/แก้/ลบครบ + ล็อกอิน + ขึ้นออนไลน์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8  ระบบออนไลน์      →  ปิดข้อมูล + ผู้ช่วย AI + Reviewer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9  ระบบที่ใช้ได้      →  ทดสอบอัตโนมัติ + ปิด Module (คลิป + Consult)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09:10  เครื่องมือพื้นฐาน — ทบทวน Git · Node · นำ prototype เข้า repo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09:35  วงจร 4 จังหวะ ⭐ วิธีสั่งงาน AI ทั้ง Module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10:11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10:21  NoSQL — ฐานข้อมูลแบบโฟลเดอร์และไฟล์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10:53  สร้าง Firestore จริง ⭐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11:23  Context และ Token — AI จำอะไรได้แค่ไหน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11:50  ปิดคาบ → Workshop บ่าย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🧪 ตัวละคร 3 ตัว — เปิดดูต้นแบบก่อน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 ระบบแจ้งซ่อม — ผู้สอนสาธิตตอนเช้า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 ระบบขอลา — ทุกคนลงมือในใบงานบ่ายนี้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หัวข้อของคุณจาก Hackathon — คุณลงมือในการบ้าน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เปิดดูสองตัวแรก: cnacha-mfu.github.io/raise2-module2/materials/shared/prototypes/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ลองกรอกใบใหม่แล้วกดรีเฟรช — ข้อมูลหายหมด 👉 นั่นคือสิ่งที่เราจะแก้วันนี้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เครื่องมือพื้นฐาน ⏱ 09:10–09:35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ของที่ถือมาจาก Module 1 — วันนี้ใช้ครบ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เว็บ prototype ที่รันได้ ⭐ — บ่ายนี้นำเข้า repo 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DB Schema (แบบโครงสร้างข้อมูล) — ใช้ช่วง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🔥 Firebase project ที่สมัครไว้แล้วสัปดาห์ที่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หัวข้อเดิมจาก Hackathon คนละ 3–4 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Node.js และ npm — เท่าที่ใช้จริงวันนี้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Node.js = โปรแกรมที่ทำให้เว็บของเรารันบนเครื่องได้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npm = ตัวติดตั้งชิ้นส่วนสำเร็จรูปที่คนอื่นเขียนไว้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ติดตั้งไว้แล้วตั้งแต่ Module 1 — วันนี้ไม่ต้องติดตั้งใหม่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คุณไม่ต้องรู้จักชื่อชิ้นส่วน Claude เลือกให้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คำสั่งที่ใช้จริงวันนี้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node -v          ตรวจว่ามี Node แล้ว → เห็นเลขเวอร์ชัน เช่น v20.11.0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install      โหลดชิ้นส่วนที่โปรเจกต์ต้องใช้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run dev      เปิดเว็บของเราขึ้นมาดูในเบราว์เซอร์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ทบทวน Git 15 นาที — ของเดิมจาก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commit — ปุ่มเซฟที่ย้อนกลับได้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commit = กดเซฟหนึ่งครั้ง พร้อมเขียนกำกับว่าทำอะไรไป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 commit คือหมุดที่ย้อนกลับมายืนได้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แก้เร็วและบางครั้งแก้พัง — มีหมุดจึงกล้าปล่อยให้แก้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กติกาทั้งเดือน: ทำอะไรสำเร็จ → commit 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 AI แก้แล้วพัง — ตาข่ายรับ 2 ชั้น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         หยุด Claude กลางคัน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Esc      เปิดเมนูย้อนกลับ เลือกจุดที่จะย้อน (/rewind ได้ผลเดียวกัน)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git checkout .   ย้อนไฟล์กลับไปจุดที่ commit ไว้ล่าสุด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5351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1 — Esc Esc ใช้ตอนรู้ตัวทันทีว่าคำสั่งเมื่อกี้ไม่ใช่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375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2 — git ใช้ได้เสมอ แม้ปิดหน้าต่างหรือพังข้ามวัน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นำ prototype เข้าโครงโปรเจกต์ — 4 ขั้น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สร้างโฟลเดอร์ใหม่ → คัดลอกไฟล์ prototype ทั้งหมดเข้าไป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git init → commit แรก "นำ prototype เข้าโปรเจกต์"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ให้ Claude ตั้งค่าให้สั่ง npm run dev ได้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4) เปิดเบราว์เซอร์ → เห็นหน้าเว็บเดิมของเรา ขึ้นจาก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นำ prototype ของ FixIt เข้า repo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ก็มี prototype จาก Module 1 เหมือนคุณ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คัดลอกเข้าโฟลเดอร์ใหม่ → git init → commit 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ตั้งค่า npm run 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เห็นหน้าเว็บ FixIt ขึ้นในเบราว์เซอร์ — ข้อมูลยังเป็นของปลอม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Node.js กับ npm ทำหน้าที่อะไร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commit คือปุ่มเซฟที่ย้อนได้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รู้ว่ามีตาข่าย 2 ชั้น — Esc Esc และ git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เห็นแล้วว่านำ prototype เข้า repo ทำอย่างไร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🔁 วงจร 4 จังหวะ ⭐ ⏱ 09:35–10:11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ไม่ได้ "รู้" — มันเดาคำถัดไป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พิมพ์ว่า "วันนี้อากาศ" → AI เดาว่าคำถัดไปคือ "ดี"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มันไม่ได้เข้าใจอากาศ — มันเคยอ่านประโยคแบบนี้มาเป็นล้านครั้ง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เดาทีละคำต่อกันไปเรื่อย ๆ จนได้คำตอบทั้งย่อหน้า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โค้ดก็คือข้อความแบบหนึ่ง — มันจึงเขียนโค้ดด้วยวิธีเดียวกันนี้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เดาเก่ง ไม่เท่ากับ รู้จริง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เดาถูก → คำตอบดูฉลาดมาก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เดาผิด → ตอบมั่ว ด้วยน้ำเสียงมั่นใจเท่ากันเป๊ะ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ศัพท์ทางการเรียกอาการนี้ว่า Hallucination (แต่งเรื่องขึ้นมาเอง)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นี่คือเหตุผลข้อแรกที่เรา ตรวจแผนก่อนให้มันลงมือ 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1 กับ Module 2 ต่างกันตรงไหน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1: แชทกับ AI → ได้ข้อความ → เราคัดลอกเอง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2: Claude Code อ่านและแก้ไฟล์จริงในเครื่องเรา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ไม่ต้องคัดลอกไปวางอีกแล้ว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แปลว่ามันแก้ของจริงได้ ทั้งดีและพัง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สั่งสั้น → AI เขียนแผน → เราตรวจแผน → ลงมือทีละข้อ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 4 จังหวะของการสั่งงาน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ทำไมต้องขอแผนก่อน — 3 เหตุผล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เขียน prompt ยาวให้ครบถ้วน เป็นเรื่องยากสำหรับทุกคน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แต่อ่านแผนแล้วบอกว่าข้อไหนไม่ใช่ ทุกคนทำได้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ผิดตั้งแต่แผน แก้ 1 บรรทัด · ผิดตอนโค้ดเสร็จ ต้องรื้อ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แผนที่ AI เขียน คือคำอธิบายสิ่งที่กำลังจะเกิดขึ้น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(1) — จังหวะที่ 1 และ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หน้ารายการใบแจ้งซ่อมใน prototype คอลัมน์ยังไม่ตรง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ช่วยเขียนแผนปรับให้ผมดูก่อน อย่าเพิ่งลงมือ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739896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แผนที่ AI ตอบกลับ (จังหวะที่ 2 — ยังไม่มีโค้ด)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เพิ่มคอลัมน์ สถานะ และ วันที่แจ้ง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สถานะแสดงเป็นข้อความธรรมดา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ใช้ข้อมูลตัวอย่างเดิม 3 รายการ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(2) — จังหวะที่ 3 และ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— เราแก้แผน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 2 ขอเป็นป้ายสีตามสถานะ ข้อ 3 ขอ 5 รายการ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ที่เหลือโอเค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4 — สั่งลงมือ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ลงมือได้ ทำทีละข้อ เสร็จข้อไหนบอกผมก่อน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สั่งทีเดียวหลายอย่าง กับ สั่งทีละอย่าง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สั่ง 5 อย่างรวดเดียว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สั่งยาวรวดเดียว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พังแล้วหาไม่เจอ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รื้อทิ้งทั้งก้อน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สั่งทีละอย่าง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สั่งหนึ่งอย่าง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ตรวจด้วยตา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 เก็บไว้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เทียบคำสั่ง 2 แบบ — prompt ยาวไม่ได้แปลว่าดีกว่า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❌ แบบที่พัง — ยาวรวดเดียว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ปรับหน้ารายการ เพิ่มหน้าค้นหา เปลี่ยนธีมสี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ทำให้ใช้บนมือถือได้ และใส่ข้อมูลเพิ่ม ทำพร้อมกันเลย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✅ แบบที่ได้ผล — สั้นแล้วขอแผน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ผมอยากปรับหน้ารายการใบแจ้งซ่อมให้ตรง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ในห้องย่อยทำงานกันอย่างไร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ตกลงกันว่า รอบนี้ใครนำจอ — คนนำจอแชร์จอแล้วเล่าไปทำไป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ไปพร้อมกัน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ใครเห็นว่าแผนของ AI ข้อไหนไม่ใช่ ให้พูดขึ้นมาทันที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🔁 ถึง Checkpoint แล้วสลับคนนำจอ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เดินวงจรเต็มรอบกับ FixIt ⏱ 13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สั่งสั้น → ขอแผน → แผนมาไม่ตรง → แก้ด้วยประโยคเดียว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สั่งลงมือทีละข้อ → ตรวจด้วยตา → 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แถม: สั่งพลาดแล้วย้อนด้วย Esc Esc ให้ดูสด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prompt สั้น 1–3 บรรทัดที่ขอแผนก่อนได้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บอกได้ว่าจังหวะที่ 3 ตรวจแผน คืองานของเรา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อธิบายได้ว่าทำไมห้ามสั่งหลายอย่างรวดเดียว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บอกได้ว่าจังหวะไหนเป็นหน้าที่ของเรา ไม่ใช่ของ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☕ พัก 10 นาที — กลับมา 10:21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🗂️ NoSQL แบบโฟลเดอร์และไฟล์ ⏱ 10:21–10:53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คำถามเปิดช่วง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ใครจัดไฟล์ในคอมพิวเตอร์ตัวเองเป็นบ้าง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เคยสร้างโฟลเดอร์ แล้วมีโฟลเดอร์ย่อยข้างในไหม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เคยตั้งชื่อไฟล์ให้รู้ว่าอะไรเป็นอะไรไหม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คุณใช้ NoSQL เป็นอยู่แล้ว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แบบที่เราออกแบบไว้เดือนที่ 1 — คิดเป็นตาราง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ตาราง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แถว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คอลัมน์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 Firestore — ของเดียวกัน คนละคำเรียก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โฟลเดอร์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ข้อมูลในไฟล์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Collection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📄 ไฟล์ในโฟลเดอร์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ใบแจ้งซ่อม 1 ใบ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ข้อมูลข้างในไฟล์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Field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 สถานะ วันที่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🏷️ ชื่อไฟล์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ID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โฟลเดอร์ย่อยข้างใน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Subcollection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🗺️ ที่อยู่เต็มของไฟล์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Path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tickets/t001/comments/c001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หน้าตาจริงของ FixIt บน Firestore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📄 u001 { name: "สมชาย", role: "employee"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📄 c001 { 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 { title, status: "แจ้งใหม่",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reporterId: "u001",  reporterName: "สมชาย",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categoryId: "c001",  categoryName: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📄 cm001 { authorName, message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status กับ Status ไม่ใช่ตัวเดียวกัน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ข้อที่ต่างจากตารางมากที่สุด — ไม่มี JOIN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ในไฟล์ใบแจ้งซ่อม เก็บไว้เท่านี้ reporterId: "u001"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อยากรู้ชื่อผู้แจ้ง ต้องเปิดโฟลเดอร์ users หาไฟล์ u001 อีกที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ทำทุกครั้งที่แสดงรายการ = ช้าและยุ่ง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20 ใบแจ้งซ่อม = เปิดหาอีก 20 รอบ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ไม่มี JOIN จึงต้องจดชื่อซ้ำ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เก็บไว้เฉพาะรหัส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เห็นรหัส u001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วิ่งไปเปิด 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จดชื่อซ้ำไว้ในไฟล์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เห็นชื่อสมชาย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จบในไฟล์เดียว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ราคาของการจดชื่อซ้ำ — ต้องรู้ก่อนเลือก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สมชายเปลี่ยนชื่อเป็น "สมชาย ใจดี"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ไฟล์ใน users แก้จุดเดียวจบ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แต่ใบแจ้งซ่อม 20 ใบยังขึ้นชื่อเก่า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ต้องไล่แก้ทุกใบที่จดชื่อเขาไว้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แปลง DB Schema เป็นโฟลเดอร์ — กติกา 4 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 → 📁 โฟลเดอร์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แถว → 📄 ไฟล์ · คอลัมน์ → ✏️ ข้อมูลในไฟล์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ช่องที่ชี้ไปตารางอื่น → เก็บ ID + จดชื่อซ้ำ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ตารางลูกที่ห้อยกับแม่ → 📁 โฟลเดอร์ย่อย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แปลง Schema ของ FixIt สดบนกระดาน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ทำทีละตารางบนกระดานร่วม ห้ามทำล่วงหน้า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ผู้เรียนช่วยตอบว่าตารางนี้กลายเป็นอะไร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จบด้วยการวงกลมช่องที่ต้องจดซ้ำ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ผลลัพธ์หลังแปลงเสร็จ — แบบที่ใช้สร้างจริง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  📄 { name, email, role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  📄 { name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📄 { title, detail, status,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reporterId, reporterName,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categoryId, categoryName,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createdAt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📁 comments/ 📄 { authorName, message, createdAt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แปลศัพท์ Collection · Document · Field เป็นภาษาคนได้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อธิบายได้ว่าทำไมต้องจดชื่อซ้ำ และราคาของมัน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ท่องกติกาแปลง 4 ข้อได้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พร้อมวาดแบบของหัวข้อของคุณบนกระดาษ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🗄️ สร้าง Firestore จริง ⭐ ⏱ 10:53–11:23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Firestore — คลังเก็บข้อมูลบนคลาวด์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เก็บเป็น 📁 โฟลเดอร์ 📄 ไฟล์ แบบที่เพิ่งเรียนเป๊ะ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อยู่บนคลาวด์ — ปิดเบราว์เซอร์ ข้อมูลไม่หาย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หน้าเว็บคุยกับมันตรง ๆ เราไม่ต้องเขียนเซิร์ฟเวอร์เอง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project ที่สมัครไว้แล้วจาก Module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เส้นทางข้อมูลของวันนี้ — อ่านอย่างเดียว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เปิดหน้ารายการ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หน้าเว็บถามคลัง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Firestore ตอบกลับ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แสดงบนจอ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วันนี้ทำตัว R ตัวเดียว — CRUD ที่เหลือสัปดาห์หน้า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ทำเมื่อไร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เพิ่มข้อมูลจากหน้าเว็บ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 ⭐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 / 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/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 ขั้นที่ผมจะทำให้ดู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เปิดคลังโหมดทดสอบ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เชื่อมเว็บ แล้ว seed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ส่องด้วยตา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หน้ารายการอ่านจริง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โหมดทดสอบ — ประตูคลังยังเปิดอยู่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(test mode) = คลังที่ใครมีที่อยู่ก็เปิดอ่านเขียนได้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มีวันหมดอายุ — จดวันที่ไว้ เลยแล้วระบบจะเงียบใส่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ห้ามใส่ข้อมูลจริงของคนอื่น — ใช้ชื่อสมมติ สมชาย สมหญิง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กุญแจจริง (ล็อกอิน + กฎ) มาสัปดาห์ที่ 7–8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ข้อยกเว้นเดียวที่ prompt ยาวได้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prompt ที่เป็น รายการข้อมูล เช่น ชื่อโฟลเดอร์ ชื่อช่อง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 status กับ Status ไม่ใช่ตัวเดียวกัน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สะกดผิด 1 ตัว = หน้าจอว่างแบบไม่มี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งานอื่นทั้งหมด กลับไปสั่งสั้นเหมือนเดิม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ทักษะสำคัญที่สุดของวันนี้ — เปิด Console ส่องข้อมูลด้วยตา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สร้างคลัง · seed · ส่อง · ต่อหน้ารายการ ⏱ 22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Firestore โหมดทดสอบ ในโปรเจกต์ FixIt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เชื่อมเว็บกับคลัง แล้ว seed ด้วยวงจร 4 จังหวะ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Console เห็นโฟลเดอร์ tickets ด้วยตา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ต่อหน้ารายการอ่านจากคลังจริง → ปิดเบราว์เซอร์ → เปิดใหม่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4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บอกเส้นทางข้อมูลตอนเปิดหน้ารายการได้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รู้ว่าวันนี้ทำเฉพาะตัว R — อ่านอย่างเดียว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Console ใช้ตอบว่า พังตอนใส่ หรือ พังตอนอ่าน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prompt ยาวได้เฉพาะตอนระบุชื่อช่องข้อมูล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Context และ Token ⏱ 11:23–11:50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โทเคน — AI หั่นข้อความเป็นชิ้นก่อนอ่าน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ไม่ได้อ่านเป็นคำแบบเรา — หั่นเป็นชิ้นเล็ก ๆ เรียกว่า โทเคน (token)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นับเป็นโทเคนหมด: ที่คุณพิมพ์ · ไฟล์ที่มันเปิด · คำตอบที่มันเขียน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ภาษาไทยถูกหั่นละเอียดกว่าอังกฤษ ประโยคเท่ากันเรากินโทเคนมากกว่า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2440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💰 โทเคนคือหน่วยคิดเงิน เหมือนค่าน้ำค่าไฟ ใช้เท่าไรจ่ายเท่านั้น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Context = โต๊ะทำงานของ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คำสั่งของคุณ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ไฟล์ที่มันเปิด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บทสนทนาทั้งหมด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โต๊ะมีขนาดจำกัด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โต๊ะเต็มแล้ว — ของชิ้นไหนตกก่อน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คุยกันยาว ๆ โต๊ะจะเต็ม ของเก่าถูกดันตกโต๊ะไป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ชิ้นแรกที่ตก มักเป็น ข้อตกลงที่เราคุยกันไว้ตอนต้น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จู่ ๆ AI ก็ "ลืม" กติกาที่มันเคยทำถูกมาตลอด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มันไม่ได้ดื้อ — ข้อตกลงมันตกโต๊ะไปแล้ว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สัญญาณว่าความจำเริ่มเต็ม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AI ลืมข้อตกลงที่คุยกันไว้เมื่อ 20 นาทีก่อน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แก้จุดหนึ่งแล้วอีกจุดที่เคยดีกลับพัง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ตอบวนซ้ำเดิม ทั้งที่เราบอกว่ายังไม่ถูก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เจอสัญญาณไหนก็ตาม → ถึงเวลาจัดการความจำ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ปล่อยให้ความจำบวมจนลืมข้อตกลง ⏱ 12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ผมจะสั่งงานมั่ว ๆ ต่อจากบทสนทนายาวทั้งเช้า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ดูอาการจริง: ลืมสถานะภาษาไทยที่ตกลงกันไว้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แล้วกู้ให้ดูทีละขั้น จนกลับมาทำงานได้ดีกว่าเดิม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prompt สรุปสถานะ — เก็บความจำก่อนล้าง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พิมพ์ก่อนล้างบทสนทนาเสมอ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สรุปสถานะโปรเจกต์ตอนนี้ให้ผมเป็นข้อ ๆ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เขียนให้ผมคัดลอกไปเริ่มบทสนทนาใหม่ได้เลย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อ่านสรุปแล้วตอบว่าอะไรขาด — ใช้จังหวะที่ 3 เหมือนตรวจแผน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204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คัดลอกเก็บลงไฟล์ บันทึกสถานะ.md ในโปรเจกต์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เริ่มรอบใหม่ — /clear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/clear      ล้างบทสนทนาปัจจุบันทั้งหมด แล้วเริ่มจากศูนย์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ไฟล์ในโปรเจกต์ไม่ได้ถูกล้างไปด้วย ยังอยู่ครบทุกไฟล์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157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สิ่งที่หายคือความจำของบทสนทนาเท่านั้น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3098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เริ่มรอบใหม่แล้ว วางสรุปสถานะเป็นข้อความแรก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ยังไม่อยากเริ่มใหม่ — /compact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                   ย่อบทสนทนาให้สั้นลง คืนพื้นที่ความจำ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เน้นเรื่องหน้าจอ    บอกได้ว่าให้เก็บเรื่องไหนไว้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คุยต่อได้เลย ไม่ได้เริ่มใหม่ ข้อตกลงยังอยู่แบบย่อ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578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ทางเลือกกลาง ระหว่างคุยต่อจนมั่ว กับล้างทิ้งทั้งหมด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ความจำเริ่มเต็ม — เลือกทางไหน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ทางเลือก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เลือกเมื่อ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ความจำเดิม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คุยต่อ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เพิ่งเริ่ม ยังตอบตรงอยู่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อยู่ครบ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/compact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เริ่มช้าลง แต่ยังทำเรื่องเดิม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เหลือแบบย่อ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/clear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เปลี่ยนเรื่องใหม่ หรือลืมข้อตกลงแล้ว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ไม่เหลือ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Token = เวลา และเงิน — เปิดดูด้วย /usage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/usage      เปิดดูปริมาณการใช้งานของบัญชีคุณ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35224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บทสนทนายาว ๆ กินโควตาเร็วกว่าที่คิด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1434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สิ่งที่เห็นขึ้นกับประเภทบัญชี — เปิดดูของตัวเองแล้วจดไว้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คำสั่งเปลี่ยนตามเวอร์ชันได้ ไม่ได้ผลให้พิมพ์ /help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3 สัญญาณว่าความจำเริ่มเต็มได้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prompt สรุปสถานะเก็บไว้ใช้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เลือกได้ระหว่าง คุยต่อ · /compact · /clear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/usage ใช้ดูโควตา และ /help ใช้เมื่อคำสั่งเปลี่ยน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11:50–12:00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ส่งอะไร ส่งเมื่อไร — จำ 2 วันนี้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ทำกับอะไร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ส่งอะไร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ภายใน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ใบงาน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LeaveEasy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จันทร์ 31 ส.ค.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🏠 การบ้าน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หัวข้อของคุณ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ศุกร์ 4 ก.ย.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โฟลเดอร์หลัก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โฟลเดอร์ประเภท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categories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leaveTypes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ช่องที่จดซ้ำ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31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Fork LeaveEasy เข้าบัญชีคุณ + รัน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เว็บขึ้น + commit แรก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25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เขียนโครงสร้าง ลงกระดาษ ไม่ใช้คอม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กระดาษครบชื่อช่อง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45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สร้าง Firestore + seed ใบลา 5 ใบ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Console เห็นข้อมูล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30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หน้ารายการอ่านจากฐานจริง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Console แล้วเว็บเปลี่ยน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🖥️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ขั้น A2 ล็อกอิน GitHub ครั้งเดียว — เตรียมอีเมลกับรหัสผ่าน GitHub 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แล้วส่งขึ้น repo 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บอกสถานะตัวเองในแชทเสมอ · 📸 โพสต์ screenshot ทุก Checkpoint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เจอกันบ่ายนี้ 13:00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