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ให้ผมเห็นว่าใครมาครบ"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"หายทุกคนครับ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ตอนบ่ายคุณจะทำครบทั้งสี่ข้อกับ LeaveEasy แล้วการบ้านทำซ้ำกับหัวข้อของตัวเอง"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ย้ำหนัก ๆ ว่า "บ่ายนี้ทุกคนทำ LeaveEasy พร้อมกันทีละขั้น เพราะเป็นระบบเดียวกัน ติดตรงไหนช่วยกันได้ทันที · แล้วการบ้านคือทำสิ่งเดียวกันนี้ซ้ำกับหัวข้อของตัวเอง" · 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ย้ำว่าต้นแบบของตัวเองจาก Module 1 ก็เป็นแบบเดียวกัน · บอกล่วงหน้าว่าบ่ายนี้จะ fork repo LeaveEasy ไปเป็นของตัวเองบน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25 นาที จบ 09:35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 prototype ยังรันไม่ได้ หรือหาไฟล์ DB Schema ไม่เจอ พิมพ์ชื่อตัวเองในแชทครับ" รอ 20 วินาที แล้วบอกว่า TA จะตามไปช่วยก่อนบ่าย · ย้ำว่าแบบฟอร์มความพร้อมปิดไปแล้วเมื่อวันพฤหัส คนที่ติดธงแดงมีคิว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"Node เหมือนเครื่องเล่นแผ่น ถ้าไม่มีเครื่องเล่น แผ่นก็เปิดไม่ได้ · npm เหมือนร้านขายน้ำพริกแกงสำเร็จ ไม่ต้องตำเอง" แล้วบอกว่าใครพิมพ์ node -v แล้วไม่ขึ้นเลขเวอร์ชัน ให้พิมพ์ 🔴 ในแชทตอนบ่ายทันที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อ่านออกเสียงทีละบรรทัดพร้อมบอกผลที่จะเห็น แล้วพูดว่า "มีสามคำสั่งนี้จริง ๆ ครับ ที่เหลือ Claude Code พิมพ์ให้เอง" บอกให้ทุกคนแคปสไลด์นี้เก็บไว้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บอกความต่างให้ชัด "เช้านี้ FixIt เริ่มจากโฟลเดอร์เปล่าในเครื่องผม จึงต้องเริ่มเก็บประวัติใหม่ · แต่บ่ายนี้ LeaveEasy อยู่บน GitHub อยู่แล้ว คุณจึงแค่กด Fork มาเป็นของตัวเอง ประวัติติดมาให้เลย ขั้นที่ 3 กับ 4 เหมือนกันทุกอย่าง"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A · จบแล้วกลับเข้าสไลด์หน้า 20 · ก่อนสลับพูดว่า "ทุกคนดูอย่างเดียวนะครับ ยังไม่ต้องทำตาม ตอนบ่ายมีใบงานที่มีทุกขั้นตอนให้ทำเอง" · ย้ำอีกครั้งว่าบ่ายนี้ขั้นที่สองของคุณคือ กดปุ่ม Fork บนเว็บ GitHub ไม่ใช่เริ่มประวัติใหม่แบบที่เห็นในเดโม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"ก่อนจะสอนวิธีสั่งงาน ผมขอเล่าก่อนว่าข้างใน AI เกิดอะไรขึ้น โดยไม่มีคณิตศาสตร์เลยสักตัว" · เขียนคำว่า "วันนี้อากาศ" บนกระดานแล้วถามห้องว่า "คำถัดไปน่าจะเป็นอะไรครับ" รอคำตอบในแชทก่อนเฉลย · ปิดด้วย "ส่วนคณิตศาสตร์ข้างในโมเดล ไม่ต้องรู้เลยครับ ไม่มีผลกับงานของคุณ"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ย้ำบรรทัดสอง "เวลามันผิด มันไม่ได้พูดเสียงสั่นนะครับ มั่นใจเท่าตอนถูกเป๊ะ นั่นแหละคือสิ่งที่อันตราย" · เชื่อมทันทีว่า "คุณคือคนที่รู้ว่าธุรกิจคุณต้องการอะไร มันไม่รู้ — วิธีที่เราจะใช้ทั้งหลักสูตรจึงเริ่มจากให้มันเขียนแผนมาให้เราตรวจก่อน"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Sprint 1 Review ว่าระบบของคุณทำงานยังไง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แล้วพูดว่า "กติกามีข้อเดียวคือมีคนนำจอ ที่เหลือทุกคนทำเองบนเครื่องตัวเอง ไม่มีการแบ่งหน้าที่" · ย้ำว่าคนนำจอต้องเล่าไปทำไป ไม่ใช่เงียบแล้วพิมพ์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B · จบแล้วกลับเข้าสไลด์หน้า 34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"จบในไฟล์เดียว" · แล้วให้ศัพท์ตรงนี้ "วิธีนี้มีชื่อทางการว่า Denormalize แปลว่าจดข้อมูลที่ใช้บ่อยซ้ำไว้ในไฟล์เลย จะได้ไม่ต้องไปเปิดหาที่อื่น เก็บทั้ง reporterId และ reporterName คู่กันไว้" · เตือนล่วงหน้า "ถ้าตอนบ่ายหน้าจอขึ้นแต่รหัสประหลาด ไม่ขึ้นชื่อคน เก้าในสิบคือเก็บแต่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C · จบแล้วกลับเข้าสไลด์หน้า 50 · ช่วงนี้ผู้เรียนต้องตอบเองอย่างน้อย 3 ครั้ง อย่าเฉลยเอง · นี่คือแบบฝึกเดียวกับที่ทำบนกระดาษตอนบ่ายส่วน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"ใครเข้า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หน้าเว็บไปถามตู้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คนที่รีบไปทำปุ่มบันทึกวันนี้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"หนึ่ง เปิด Firestore ในโหมดทดสอบ · สอง เชื่อมเว็บกับตู้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ต่อหน้ารายการให้อ่านจากตู้จริง"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แต่มันคือตู้ที่ไม่ล็อกกุญแจ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ตอนสาธิตให้ซูมที่วันหมดอายุแล้วให้ทุกคนจดของตัวเองตอนบ่าย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คือหน้าเว็บที่เปิดดูข้อมูลในตู้ด้วยตา มันตอบคำถามนี้ใน 10 วินาที ข้อมูลอยู่ในตู้ไหม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D · จบแล้วกลับเข้าสไลด์หน้า 61 · แปลศัพท์ seed = 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ดูว่าข้อมูลอยู่ในตู้ไหม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 25 นาทีครับ และผมจะสอนจากสิ่งที่คุณเพิ่งเห็นกับตาทั้งเช้านี้ ไม่ใช่จากทฤษฎี"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"เราคุยกับ AI มาบทสนทนาเดียว ตั้งแต่ 9 โมงจนถึงตอนนี้ครับ ผมจะเล่าว่าข้างในมันเก็บของยังไง" · ชี้บรรทัดสาม "ข้อนี้ไม่ต้องทำอะไรนะครับ ขอให้รู้ไว้เฉย ๆ" · ปิดด้วย "การพิมพ์สั้นแต่ชัด จึงไม่ได้ประหยัดเวลาอย่างเดียว ประหยัดเงินด้วย"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สไลด์ที่สำคัญที่สุดของช่วงนี้ · ชี้กล่องซ้ายไปขวาทีละใบ พูดว่า "ทุกอย่างที่ AI ใช้คิด ต้องวางอยู่บนโต๊ะตัวนี้ทั้งหมด — คำสั่งของคุณ ไฟล์ที่มันเปิดอ่าน และบทสนทนาทั้งหมดตั้งแต่เช้า" · หยุดที่กล่องเข้มขวาสุดแล้วย้ำ "แล้วโต๊ะตัวนี้มีขนาดจำกัดครับ ศัพท์ทางการเรียกว่า Context Window" · อย่ารีบข้าม รอให้ห้องพยักหน้าก่อนไปต่อ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ย้ำบรรทัดสุดท้ายให้หนัก "เวลาเจอแบบนี้ อย่าเพิ่งคิดว่าตัวเองสั่งไม่เป็นนะครับ โต๊ะมันเต็ม เท่านั้นเอง" · เชื่อมเข้าสไลด์ถัดไปว่า "ทีนี้มาดูว่าอาการจริงหน้าตาเป็นยังไง จะได้จับได้ตอนบ่าย"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บ่ายนี้คุณจะเจอเองแน่นอน และผมอยากให้คนที่ไม่ได้พิมพ์เป็นคนจับอาการนี้ให้ห้อง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E · จบแล้วกลับเข้าสไลด์หน้า 69 · ก่อนเริ่มพูดว่า "ผมจะทำสิ่งที่ห้ามทำให้ดูนะครับ เพื่อให้เห็นอาการจริงว่าหน้าตาเป็นยังไง จะได้จับได้ตอนเจอเอง" · นี่คือจุดที่ตั้งใจให้พังของสัปดาห์นี้ ห้ามตัด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"บ่ายนี้ขอให้ทุกคนได้ใช้จริงอย่างน้อยหนึ่งครั้ง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"โควตาไม่ได้ไม่จำกัดนะครับ คนที่คุยยาวโดยไม่จัดการความจำ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"ส่ง URL อย่างเดียวครับ ไม่ต้องแนบไฟล์ ผมเปิด GitHub ตรวจเอง" · อธิบายว่าบ่ายนี้จะกดปุ่ม Fork ก๊อปปี้ repo LeaveEasy มาไว้ในบัญชีตัวเอง แล้วทุก commit จะอยู่ที่นั่น · ย้ำ "ผมดูประวัติได้ว่าใครพิมพ์บ้าง คนที่ไม่มี commit ในชื่อตัวเองถือว่าไม่ผ่าน" · บอกว่าภาพหน้า Firebase Console ที่ GitHub มองไม่เห็น ให้เก็บเข้าโฟลเดอร์ docs ในโปรเจกต์แล้ว commit ไปด้วย ใบงานมีวิธีเขียนไว้แล้ว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แล้วหัวข้อของคุณ โฟลเดอร์หลักคืออะไร" ให้ทุกคนพิมพ์คำตอบในแชทก่อนพักเที่ยง · ย้ำว่าช่องขวาสุดต้องเติมเองบนกระดาษตอนบ่าย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เขียนลงกระดาษ เพราะแบบที่คิดไม่เสร็จ สร้างยังไงก็พัง" · ย้ำว่าบ่ายนี้ทุกคนทำ LeaveEasy เหมือนกันหมด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ย้ำข้อสองว่า "คนที่ไม่มี commit เลยตลอด Module ถือว่าไม่ผ่าน แม้ระบบจะทำงานได้" · อธิบายข้อสาม "screenshot ต้องมาจากเครื่องคุณ ไม่ใช่จอของคนนำ"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บ่ายนี้ระบบของคุณจะเริ่มมีความจำจริง ๆ ใครกลับมาเร็ว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(ตู้เก็บข้อมูลที่อยู่ต่อแม้ปิดเบราว์เซอร์)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วันนี้เราต่อตู้เก็บข้อมูลให้ระบบของคุณ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ที่รันเว็บของคุณได้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(ตู้เก็บข้อมูลบนคลาวด์)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หน้ารายการที่อ่านข้อมูลจากตู้จริง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ปิด Module (คลิป + Consult)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09:08  เครื่องมือพื้นฐาน — ทบทวน Git · Node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09:33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10:11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10:21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10:53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11:23  Context และ Token — AI จำอะไรได้แค่ไหน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ตัวละคร 3 ตัว — เปิดดูต้นแบบก่อน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— ผู้สอนสาธิตตอนเช้า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— ทุกคนลงมือในใบงานบ่ายนี้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หัวข้อของคุณจาก Hackathon — คุณลงมือในการบ้าน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เปิดดูสองตัวแรก: cnacha-mfu.github.io/raise2-module2/materials/shared/prototypes/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ลองกรอกใบใหม่แล้วกดรีเฟรช — ข้อมูลหายหมด 👉 นั่นคือสิ่งที่เราจะแก้วันนี้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09:08–09:33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หัวข้อเดิมจาก Hackathon คนละ 3–4 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Node.js และ npm — เท่าที่ใช้จริงวันนี้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Node.js = โปรแกรมที่ทำให้เว็บของเรารันบนเครื่องได้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npm = ตัวติดตั้งชิ้นส่วนสำเร็จรูปที่คนอื่นเขียนไว้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ติดตั้งไว้แล้วตั้งแต่ Module 1 — วันนี้ไม่ต้องติดตั้งใหม่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คุณไม่ต้องรู้จักชื่อชิ้นส่วน Claude เลือกให้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คำสั่งที่ใช้จริงวันนี้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node -v          ตรวจว่ามี Node แล้ว → เห็นเลขเวอร์ชัน เช่น v20.11.0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install      โหลดชิ้นส่วนที่โปรเจกต์ต้องใช้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run dev      เปิดเว็บของเราขึ้นมาดูในเบราว์เซอร์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checkout .   ย้อนไฟล์กลับไปจุดที่ commit ไว้ล่าสุด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5351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375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git ใช้ได้เสมอ แม้ปิดหน้าต่างหรือพังข้ามวัน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git init → commit แรก "นำ prototype เข้าโปรเจกต์"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ให้ Claude ตั้งค่าให้สั่ง npm run dev ได้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git init → commit 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ตั้งค่า npm run 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Node.js กับ npm ทำหน้าที่อะไร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09:33–10:11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ไม่ได้ "รู้" — มันเดาคำถัดไป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พิมพ์ว่า "วันนี้อากาศ" → AI เดาว่าคำถัดไปคือ "ดี"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มันไม่ได้เข้าใจอากาศ — มันเคยอ่านประโยคแบบนี้มาเป็นล้านครั้ง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เดาทีละคำต่อกันไปเรื่อย ๆ จนได้คำตอบทั้งย่อหน้า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โค้ดก็คือข้อความแบบหนึ่ง — มันจึงเขียนโค้ดด้วยวิธีเดียวกันนี้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เดาเก่ง ไม่เท่ากับ รู้จริง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เดาถูก → คำตอบดูฉลาดมาก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เดาผิด → ตอบมั่ว ด้วยน้ำเสียงมั่นใจเท่ากันเป๊ะ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ศัพท์ทางการเรียกอาการนี้ว่า Hallucination (แต่งเรื่องขึ้นมาเอง)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นี่คือเหตุผลข้อแรกที่เรา ตรวจแผนก่อนให้มันลงมือ 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ในห้องย่อยทำงานกันอย่างไร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ตกลงกันว่า รอบนี้ใครนำจอ — คนนำจอแชร์จอแล้วเล่าไปทำไป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ไปพร้อมกัน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ใครเห็นว่าแผนของ AI ข้อไหนไม่ใช่ ให้พูดขึ้นมาทันที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🔁 ถึง Checkpoint แล้วสลับคนนำจอ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บอกได้ว่าจังหวะไหนเป็นหน้าที่ของเรา ไม่ใช่ของ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10:21–10:53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พร้อมวาดแบบของหัวข้อของคุณบนกระดาษ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10:53–11:23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ตู้เก็บข้อมูลบนคลาวด์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หน้าเว็บถามตู้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เปิดตู้โหมดทดสอบ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แล้ว seed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ประตูตู้ยังเปิดอยู่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ตู้ที่ใครมีที่อยู่ก็เปิดอ่านเขียนได้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สร้างตู้ · seed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เชื่อมเว็บกับตู้ แล้ว seed ด้วยวงจร 4 จังหวะ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ต่อหน้ารายการอ่านจากตู้จริง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Context และ Token ⏱ 11:23–11:50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โทเคน — AI หั่นข้อความเป็นชิ้นก่อนอ่าน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ไม่ได้อ่านเป็นคำแบบเรา — หั่นเป็นชิ้นเล็ก ๆ เรียกว่า โทเคน (token)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นับเป็นโทเคนหมด: ที่คุณพิมพ์ · ไฟล์ที่มันเปิด · คำตอบที่มันเขียน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ภาษาไทยถูกหั่นละเอียดกว่าอังกฤษ ประโยคเท่ากันเรากินโทเคนมากกว่า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2440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💰 โทเคนคือหน่วยคิดเงิน เหมือนค่าน้ำค่าไฟ ใช้เท่าไรจ่ายเท่านั้น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Context = โต๊ะทำงานของ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คำสั่งของคุณ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ไฟล์ที่มันเปิด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บทสนทนาทั้งหมด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โต๊ะมีขนาดจำกัด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โต๊ะเต็มแล้ว —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คุยกันยาว ๆ โต๊ะจะเต็ม ของเก่าถูกดันตกโต๊ะไป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ชิ้นแรกที่ตก มักเป็น ข้อตกลงที่เราคุยกันไว้ตอนต้น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จู่ ๆ AI ก็ "ลืม" กติกาที่มันเคยทำถูกมาตลอด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มันไม่ได้ดื้อ — ข้อตกลงมันตกโต๊ะไปแล้ว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ปล่อยให้ความจำบวมจนลืมข้อตกลง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ผมจะสั่งงานมั่ว ๆ ต่อจากบทสนทนายาวทั้งเช้า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ดูอาการจริง: ลืมสถานะภาษาไทยที่ตกลงกันไว้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แล้วกู้ให้ดูทีละขั้น จนกลับมาทำงานได้ดีกว่าเดิม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ส่งอะไร ส่งเมื่อไร — จำ 2 วันนี้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ทำกับอะไร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ส่งอะไร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ภายใน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ใบงาน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LeaveEasy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จันทร์ 31 ส.ค.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🏠 การบ้าน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หัวข้อของคุณ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ศุกร์ 4 ก.ย.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31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Fork LeaveEasy เข้าบัญชีคุณ + รัน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 + commit แรก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เขียนโครงสร้าง ลงกระดาษ ไม่ใช้คอม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กระดาษครบชื่อช่อง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45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seed ใบลา 5 ใบ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30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หน้ารายการอ่านจากฐานจริง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Console แล้วเว็บเปลี่ยน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🖥️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แล้วส่งขึ้น repo ของตัวเอง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📸 โพสต์ screenshot ทุก Checkpoint จากเครื่องคุณ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บอกสถานะตัวเองในแชทเสมอ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